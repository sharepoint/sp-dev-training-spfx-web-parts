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autoCompressPictures="0">
  <p:sldMasterIdLst>
    <p:sldMasterId id="2147484229" r:id="rId2"/>
  </p:sldMasterIdLst>
  <p:notesMasterIdLst>
    <p:notesMasterId r:id="rId16"/>
  </p:notesMasterIdLst>
  <p:handoutMasterIdLst>
    <p:handoutMasterId r:id="rId17"/>
  </p:handoutMasterIdLst>
  <p:sldIdLst>
    <p:sldId id="257" r:id="rId3"/>
    <p:sldId id="263" r:id="rId4"/>
    <p:sldId id="1550" r:id="rId5"/>
    <p:sldId id="1554" r:id="rId6"/>
    <p:sldId id="1563" r:id="rId7"/>
    <p:sldId id="1581" r:id="rId8"/>
    <p:sldId id="1557" r:id="rId9"/>
    <p:sldId id="1558" r:id="rId10"/>
    <p:sldId id="1582" r:id="rId11"/>
    <p:sldId id="283" r:id="rId12"/>
    <p:sldId id="279" r:id="rId13"/>
    <p:sldId id="261" r:id="rId14"/>
    <p:sldId id="260" r:id="rId15"/>
  </p:sldIdLst>
  <p:sldSz cx="12436475" cy="6994525"/>
  <p:notesSz cx="6858000" cy="9144000"/>
  <p:defaultText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E1FBED56-7E21-C94D-8049-451270E8C32A}">
          <p14:sldIdLst>
            <p14:sldId id="257"/>
            <p14:sldId id="263"/>
          </p14:sldIdLst>
        </p14:section>
        <p14:section name="testing and debugging" id="{34885BD1-DB17-4CBA-82C8-BF5CADF0FC2C}">
          <p14:sldIdLst>
            <p14:sldId id="1550"/>
            <p14:sldId id="1554"/>
            <p14:sldId id="1563"/>
            <p14:sldId id="1581"/>
            <p14:sldId id="1557"/>
            <p14:sldId id="1558"/>
            <p14:sldId id="1582"/>
          </p14:sldIdLst>
        </p14:section>
        <p14:section name="outro" id="{17E7FD53-C607-45CA-A3B7-F12BDDB03C7C}">
          <p14:sldIdLst>
            <p14:sldId id="283"/>
            <p14:sldId id="279"/>
            <p14:sldId id="261"/>
            <p14:sldId id="260"/>
          </p14:sldIdLst>
        </p14:section>
      </p14:sectionLst>
    </p:ext>
    <p:ext uri="{EFAFB233-063F-42B5-8137-9DF3F51BA10A}">
      <p15:sldGuideLst xmlns:p15="http://schemas.microsoft.com/office/powerpoint/2012/main"/>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4" name="Author" initials="A" lastIdx="0" clrIdx="4"/>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D2D30"/>
    <a:srgbClr val="2F2F2F"/>
    <a:srgbClr val="787878"/>
    <a:srgbClr val="595959"/>
    <a:srgbClr val="A6A6A6"/>
    <a:srgbClr val="7F7F7F"/>
    <a:srgbClr val="00BCF2"/>
    <a:srgbClr val="FFFFFF"/>
    <a:srgbClr val="000A18"/>
    <a:srgbClr val="BCEEFC"/>
  </p:clrMru>
  <p:extLst>
    <p:ext uri="{E76CE94A-603C-4142-B9EB-6D1370010A27}">
      <p14:discardImageEditData xmlns:p14="http://schemas.microsoft.com/office/powerpoint/2010/main" val="1"/>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5016" autoAdjust="0"/>
    <p:restoredTop sz="65616" autoAdjust="0"/>
  </p:normalViewPr>
  <p:slideViewPr>
    <p:cSldViewPr snapToGrid="0">
      <p:cViewPr varScale="1">
        <p:scale>
          <a:sx n="79" d="100"/>
          <a:sy n="79" d="100"/>
        </p:scale>
        <p:origin x="1736" y="200"/>
      </p:cViewPr>
      <p:guideLst/>
    </p:cSldViewPr>
  </p:slideViewPr>
  <p:outlineViewPr>
    <p:cViewPr>
      <p:scale>
        <a:sx n="33" d="100"/>
        <a:sy n="33" d="100"/>
      </p:scale>
      <p:origin x="0" y="0"/>
    </p:cViewPr>
  </p:outlineViewPr>
  <p:notesTextViewPr>
    <p:cViewPr>
      <p:scale>
        <a:sx n="100" d="100"/>
        <a:sy n="100" d="100"/>
      </p:scale>
      <p:origin x="0" y="0"/>
    </p:cViewPr>
  </p:notesTextViewPr>
  <p:sorterViewPr>
    <p:cViewPr varScale="1">
      <p:scale>
        <a:sx n="1" d="1"/>
        <a:sy n="1" d="1"/>
      </p:scale>
      <p:origin x="0" y="0"/>
    </p:cViewPr>
  </p:sorterViewPr>
  <p:notesViewPr>
    <p:cSldViewPr snapToGrid="0" showGuides="1">
      <p:cViewPr>
        <p:scale>
          <a:sx n="66" d="100"/>
          <a:sy n="66" d="100"/>
        </p:scale>
        <p:origin x="4290" y="684"/>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commentAuthors" Target="commentAuthors.xml"/><Relationship Id="rId3" Type="http://schemas.openxmlformats.org/officeDocument/2006/relationships/slide" Target="slides/slide1.xml"/><Relationship Id="rId21"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handoutMaster" Target="handoutMasters/handoutMaster1.xml"/><Relationship Id="rId2" Type="http://schemas.openxmlformats.org/officeDocument/2006/relationships/slideMaster" Target="slideMasters/slideMaster1.xml"/><Relationship Id="rId16" Type="http://schemas.openxmlformats.org/officeDocument/2006/relationships/notesMaster" Target="notesMasters/notesMaster1.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10" Type="http://schemas.openxmlformats.org/officeDocument/2006/relationships/slide" Target="slides/slide8.xml"/><Relationship Id="rId19"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Header Placeholder 5"/>
          <p:cNvSpPr>
            <a:spLocks noGrp="1"/>
          </p:cNvSpPr>
          <p:nvPr>
            <p:ph type="hdr" sz="quarter"/>
          </p:nvPr>
        </p:nvSpPr>
        <p:spPr>
          <a:xfrm>
            <a:off x="0" y="-11574"/>
            <a:ext cx="2971800" cy="457200"/>
          </a:xfrm>
          <a:prstGeom prst="rect">
            <a:avLst/>
          </a:prstGeom>
        </p:spPr>
        <p:txBody>
          <a:bodyPr vert="horz" lIns="91440" tIns="45720" rIns="91440" bIns="45720" rtlCol="0"/>
          <a:lstStyle>
            <a:lvl1pPr algn="l">
              <a:defRPr sz="1200"/>
            </a:lvl1pPr>
          </a:lstStyle>
          <a:p>
            <a:r>
              <a:rPr lang="en-US" dirty="0">
                <a:latin typeface="Segoe UI" pitchFamily="34" charset="0"/>
              </a:rPr>
              <a:t>SharePoint Framework</a:t>
            </a:r>
          </a:p>
        </p:txBody>
      </p:sp>
      <p:sp>
        <p:nvSpPr>
          <p:cNvPr id="7" name="Date Placeholder 6"/>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21D0CB2F-F0BF-435A-A27A-2EC15087F634}" type="datetime8">
              <a:rPr lang="en-US" smtClean="0">
                <a:latin typeface="Segoe UI" pitchFamily="34" charset="0"/>
              </a:rPr>
              <a:t>5/24/26 9:15 PM</a:t>
            </a:fld>
            <a:endParaRPr lang="en-US" dirty="0">
              <a:latin typeface="Segoe UI" pitchFamily="34" charset="0"/>
            </a:endParaRPr>
          </a:p>
        </p:txBody>
      </p:sp>
      <p:sp>
        <p:nvSpPr>
          <p:cNvPr id="8" name="Footer Placeholder 7"/>
          <p:cNvSpPr>
            <a:spLocks noGrp="1"/>
          </p:cNvSpPr>
          <p:nvPr>
            <p:ph type="ftr" sz="quarter" idx="2"/>
          </p:nvPr>
        </p:nvSpPr>
        <p:spPr>
          <a:xfrm>
            <a:off x="0" y="8685213"/>
            <a:ext cx="5795010" cy="332434"/>
          </a:xfrm>
          <a:prstGeom prst="rect">
            <a:avLst/>
          </a:prstGeom>
        </p:spPr>
        <p:txBody>
          <a:bodyPr vert="horz" lIns="91440" tIns="45720" rIns="91440" bIns="45720" rtlCol="0" anchor="b"/>
          <a:lstStyle>
            <a:lvl1pPr algn="l">
              <a:defRPr sz="1200"/>
            </a:lvl1pPr>
          </a:lstStyle>
          <a:p>
            <a:pPr marL="398463" defTabSz="914099" eaLnBrk="0" hangingPunct="0"/>
            <a:r>
              <a:rPr lang="en-US" sz="400" dirty="0">
                <a:gradFill>
                  <a:gsLst>
                    <a:gs pos="0">
                      <a:schemeClr val="tx1"/>
                    </a:gs>
                    <a:gs pos="100000">
                      <a:schemeClr val="tx1"/>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9" name="Slide Number Placeholder 8"/>
          <p:cNvSpPr>
            <a:spLocks noGrp="1"/>
          </p:cNvSpPr>
          <p:nvPr>
            <p:ph type="sldNum" sz="quarter" idx="3"/>
          </p:nvPr>
        </p:nvSpPr>
        <p:spPr>
          <a:xfrm>
            <a:off x="5783579" y="8685213"/>
            <a:ext cx="1072833" cy="457200"/>
          </a:xfrm>
          <a:prstGeom prst="rect">
            <a:avLst/>
          </a:prstGeom>
        </p:spPr>
        <p:txBody>
          <a:bodyPr vert="horz" lIns="91440" tIns="45720" rIns="91440" bIns="45720" rtlCol="0" anchor="b"/>
          <a:lstStyle>
            <a:lvl1pPr algn="r">
              <a:defRPr sz="1200"/>
            </a:lvl1pPr>
          </a:lstStyle>
          <a:p>
            <a:fld id="{0EC9E9D6-92A0-482B-A603-C9BA7FFB8190}" type="slidenum">
              <a:rPr lang="en-US" smtClean="0">
                <a:latin typeface="Segoe UI" pitchFamily="34" charset="0"/>
              </a:rPr>
              <a:t>‹#›</a:t>
            </a:fld>
            <a:endParaRPr lang="en-US" dirty="0">
              <a:latin typeface="Segoe UI" pitchFamily="34" charset="0"/>
            </a:endParaRPr>
          </a:p>
        </p:txBody>
      </p:sp>
    </p:spTree>
    <p:extLst>
      <p:ext uri="{BB962C8B-B14F-4D97-AF65-F5344CB8AC3E}">
        <p14:creationId xmlns:p14="http://schemas.microsoft.com/office/powerpoint/2010/main" val="3904595630"/>
      </p:ext>
    </p:extLst>
  </p:cSld>
  <p:clrMap bg1="lt1" tx1="dk1" bg2="lt2" tx2="dk2" accent1="accent1" accent2="accent2" accent3="accent3" accent4="accent4" accent5="accent5" accent6="accent6" hlink="hlink" folHlink="folHlink"/>
  <p:hf/>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Header Placeholder 7"/>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Segoe UI" pitchFamily="34" charset="0"/>
              </a:defRPr>
            </a:lvl1pPr>
          </a:lstStyle>
          <a:p>
            <a:r>
              <a:rPr lang="en-US" dirty="0"/>
              <a:t>SharePoint Framework</a:t>
            </a:r>
          </a:p>
        </p:txBody>
      </p:sp>
      <p:sp>
        <p:nvSpPr>
          <p:cNvPr id="9" name="Slide Image Placeholder 8"/>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10" name="Footer Placeholder 9"/>
          <p:cNvSpPr>
            <a:spLocks noGrp="1"/>
          </p:cNvSpPr>
          <p:nvPr>
            <p:ph type="ftr" sz="quarter" idx="4"/>
          </p:nvPr>
        </p:nvSpPr>
        <p:spPr>
          <a:xfrm>
            <a:off x="0" y="8686800"/>
            <a:ext cx="5920740" cy="355964"/>
          </a:xfrm>
          <a:prstGeom prst="rect">
            <a:avLst/>
          </a:prstGeom>
        </p:spPr>
        <p:txBody>
          <a:bodyPr vert="horz" lIns="91440" tIns="45720" rIns="91440" bIns="45720" rtlCol="0" anchor="b"/>
          <a:lstStyle>
            <a:lvl1pPr marL="571500" indent="0" algn="l">
              <a:defRPr sz="1200"/>
            </a:lvl1p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11" name="Date Placeholder 10"/>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Segoe UI" pitchFamily="34" charset="0"/>
              </a:defRPr>
            </a:lvl1pPr>
          </a:lstStyle>
          <a:p>
            <a:fld id="{D18B56EA-E28F-4F92-9F16-7A6F2501B303}" type="datetime8">
              <a:rPr lang="en-US" smtClean="0"/>
              <a:t>5/24/26 9:14 PM</a:t>
            </a:fld>
            <a:endParaRPr lang="en-US" dirty="0"/>
          </a:p>
        </p:txBody>
      </p:sp>
      <p:sp>
        <p:nvSpPr>
          <p:cNvPr id="12" name="Notes Placeholder 11"/>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Slide Number Placeholder 12"/>
          <p:cNvSpPr>
            <a:spLocks noGrp="1"/>
          </p:cNvSpPr>
          <p:nvPr>
            <p:ph type="sldNum" sz="quarter" idx="5"/>
          </p:nvPr>
        </p:nvSpPr>
        <p:spPr>
          <a:xfrm>
            <a:off x="5909309" y="8685213"/>
            <a:ext cx="947103" cy="457200"/>
          </a:xfrm>
          <a:prstGeom prst="rect">
            <a:avLst/>
          </a:prstGeom>
        </p:spPr>
        <p:txBody>
          <a:bodyPr vert="horz" lIns="91440" tIns="45720" rIns="91440" bIns="45720" rtlCol="0" anchor="b"/>
          <a:lstStyle>
            <a:lvl1pPr algn="r">
              <a:defRPr sz="1200">
                <a:latin typeface="Segoe UI" pitchFamily="34" charset="0"/>
              </a:defRPr>
            </a:lvl1pPr>
          </a:lstStyle>
          <a:p>
            <a:fld id="{B4008EB6-D09E-4580-8CD6-DDB14511944F}" type="slidenum">
              <a:rPr lang="en-US" smtClean="0"/>
              <a:pPr/>
              <a:t>‹#›</a:t>
            </a:fld>
            <a:endParaRPr lang="en-US" dirty="0"/>
          </a:p>
        </p:txBody>
      </p:sp>
    </p:spTree>
    <p:extLst>
      <p:ext uri="{BB962C8B-B14F-4D97-AF65-F5344CB8AC3E}">
        <p14:creationId xmlns:p14="http://schemas.microsoft.com/office/powerpoint/2010/main" val="2624648265"/>
      </p:ext>
    </p:extLst>
  </p:cSld>
  <p:clrMap bg1="lt1" tx1="dk1" bg2="lt2" tx2="dk2" accent1="accent1" accent2="accent2" accent3="accent3" accent4="accent4" accent5="accent5" accent6="accent6" hlink="hlink" folHlink="folHlink"/>
  <p:hf/>
  <p:notesStyle>
    <a:lvl1pPr marL="0" algn="l" defTabSz="932742" rtl="0" eaLnBrk="1" latinLnBrk="0" hangingPunct="1">
      <a:lnSpc>
        <a:spcPct val="90000"/>
      </a:lnSpc>
      <a:spcAft>
        <a:spcPts val="340"/>
      </a:spcAft>
      <a:defRPr sz="900" kern="1200">
        <a:solidFill>
          <a:schemeClr val="tx1"/>
        </a:solidFill>
        <a:latin typeface="Segoe UI Light" pitchFamily="34" charset="0"/>
        <a:ea typeface="+mn-ea"/>
        <a:cs typeface="+mn-cs"/>
      </a:defRPr>
    </a:lvl1pPr>
    <a:lvl2pPr marL="217262" indent="-107956" algn="l" defTabSz="932742" rtl="0" eaLnBrk="1" latinLnBrk="0" hangingPunct="1">
      <a:lnSpc>
        <a:spcPct val="90000"/>
      </a:lnSpc>
      <a:spcAft>
        <a:spcPts val="340"/>
      </a:spcAft>
      <a:buFont typeface="Arial" pitchFamily="34" charset="0"/>
      <a:buChar char="•"/>
      <a:defRPr sz="900" kern="1200">
        <a:solidFill>
          <a:schemeClr val="tx1"/>
        </a:solidFill>
        <a:latin typeface="Segoe UI Light" pitchFamily="34" charset="0"/>
        <a:ea typeface="+mn-ea"/>
        <a:cs typeface="+mn-cs"/>
      </a:defRPr>
    </a:lvl2pPr>
    <a:lvl3pPr marL="334664" indent="-117403" algn="l" defTabSz="932742" rtl="0" eaLnBrk="1" latinLnBrk="0" hangingPunct="1">
      <a:lnSpc>
        <a:spcPct val="90000"/>
      </a:lnSpc>
      <a:spcAft>
        <a:spcPts val="340"/>
      </a:spcAft>
      <a:buFont typeface="Arial" pitchFamily="34" charset="0"/>
      <a:buChar char="•"/>
      <a:defRPr sz="900" kern="1200">
        <a:solidFill>
          <a:schemeClr val="tx1"/>
        </a:solidFill>
        <a:latin typeface="Segoe UI Light" pitchFamily="34" charset="0"/>
        <a:ea typeface="+mn-ea"/>
        <a:cs typeface="+mn-cs"/>
      </a:defRPr>
    </a:lvl3pPr>
    <a:lvl4pPr marL="492551" indent="-149789" algn="l" defTabSz="932742" rtl="0" eaLnBrk="1" latinLnBrk="0" hangingPunct="1">
      <a:lnSpc>
        <a:spcPct val="90000"/>
      </a:lnSpc>
      <a:spcAft>
        <a:spcPts val="340"/>
      </a:spcAft>
      <a:buFont typeface="Arial" pitchFamily="34" charset="0"/>
      <a:buChar char="•"/>
      <a:defRPr sz="900" kern="1200">
        <a:solidFill>
          <a:schemeClr val="tx1"/>
        </a:solidFill>
        <a:latin typeface="Segoe UI Light" pitchFamily="34" charset="0"/>
        <a:ea typeface="+mn-ea"/>
        <a:cs typeface="+mn-cs"/>
      </a:defRPr>
    </a:lvl4pPr>
    <a:lvl5pPr marL="627496" indent="-117403" algn="l" defTabSz="932742" rtl="0" eaLnBrk="1" latinLnBrk="0" hangingPunct="1">
      <a:lnSpc>
        <a:spcPct val="90000"/>
      </a:lnSpc>
      <a:spcAft>
        <a:spcPts val="340"/>
      </a:spcAft>
      <a:buFont typeface="Arial" pitchFamily="34" charset="0"/>
      <a:buChar char="•"/>
      <a:defRPr sz="900" kern="1200">
        <a:solidFill>
          <a:schemeClr val="tx1"/>
        </a:solidFill>
        <a:latin typeface="Segoe UI Light" pitchFamily="34" charset="0"/>
        <a:ea typeface="+mn-ea"/>
        <a:cs typeface="+mn-cs"/>
      </a:defRPr>
    </a:lvl5pPr>
    <a:lvl6pPr marL="2331856" algn="l" defTabSz="932742" rtl="0" eaLnBrk="1" latinLnBrk="0" hangingPunct="1">
      <a:defRPr sz="1200" kern="1200">
        <a:solidFill>
          <a:schemeClr val="tx1"/>
        </a:solidFill>
        <a:latin typeface="+mn-lt"/>
        <a:ea typeface="+mn-ea"/>
        <a:cs typeface="+mn-cs"/>
      </a:defRPr>
    </a:lvl6pPr>
    <a:lvl7pPr marL="2798226" algn="l" defTabSz="932742" rtl="0" eaLnBrk="1" latinLnBrk="0" hangingPunct="1">
      <a:defRPr sz="1200" kern="1200">
        <a:solidFill>
          <a:schemeClr val="tx1"/>
        </a:solidFill>
        <a:latin typeface="+mn-lt"/>
        <a:ea typeface="+mn-ea"/>
        <a:cs typeface="+mn-cs"/>
      </a:defRPr>
    </a:lvl7pPr>
    <a:lvl8pPr marL="3264597" algn="l" defTabSz="932742" rtl="0" eaLnBrk="1" latinLnBrk="0" hangingPunct="1">
      <a:defRPr sz="1200" kern="1200">
        <a:solidFill>
          <a:schemeClr val="tx1"/>
        </a:solidFill>
        <a:latin typeface="+mn-lt"/>
        <a:ea typeface="+mn-ea"/>
        <a:cs typeface="+mn-cs"/>
      </a:defRPr>
    </a:lvl8pPr>
    <a:lvl9pPr marL="3730969" algn="l" defTabSz="932742"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2"/>
          </p:nvPr>
        </p:nvSpPr>
        <p:spPr/>
        <p:txBody>
          <a:bodyPr/>
          <a:lstStyle/>
          <a:p>
            <a:fld id="{D18B56EA-E28F-4F92-9F16-7A6F2501B303}" type="datetime8">
              <a:rPr lang="en-US" smtClean="0"/>
              <a:t>5/24/26 9:14 PM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1</a:t>
            </a:fld>
            <a:endParaRPr lang="en-US" dirty="0"/>
          </a:p>
        </p:txBody>
      </p:sp>
    </p:spTree>
    <p:extLst>
      <p:ext uri="{BB962C8B-B14F-4D97-AF65-F5344CB8AC3E}">
        <p14:creationId xmlns:p14="http://schemas.microsoft.com/office/powerpoint/2010/main" val="90985790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32742" rtl="0" eaLnBrk="1" fontAlgn="auto" latinLnBrk="0" hangingPunct="1">
              <a:lnSpc>
                <a:spcPct val="90000"/>
              </a:lnSpc>
              <a:spcBef>
                <a:spcPts val="0"/>
              </a:spcBef>
              <a:spcAft>
                <a:spcPts val="340"/>
              </a:spcAft>
              <a:buClrTx/>
              <a:buSzTx/>
              <a:buFontTx/>
              <a:buNone/>
              <a:tabLst/>
              <a:defRPr/>
            </a:pPr>
            <a:r>
              <a:rPr lang="en-US" sz="900" b="0" kern="1200" dirty="0">
                <a:solidFill>
                  <a:schemeClr val="tx1"/>
                </a:solidFill>
                <a:effectLst/>
                <a:latin typeface="Segoe UI Light" pitchFamily="34" charset="0"/>
                <a:ea typeface="+mn-ea"/>
                <a:cs typeface="+mn-cs"/>
              </a:rPr>
              <a:t>In this unit, you'll learn how to test custom web parts using the SharePoint-hosted workbench.</a:t>
            </a:r>
          </a:p>
          <a:p>
            <a:endParaRPr lang="en-US" dirty="0"/>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2"/>
          </p:nvPr>
        </p:nvSpPr>
        <p:spPr/>
        <p:txBody>
          <a:bodyPr/>
          <a:lstStyle/>
          <a:p>
            <a:fld id="{D18B56EA-E28F-4F92-9F16-7A6F2501B303}" type="datetime8">
              <a:rPr lang="en-US" smtClean="0"/>
              <a:t>5/24/26 9:14 PM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2</a:t>
            </a:fld>
            <a:endParaRPr lang="en-US" dirty="0"/>
          </a:p>
        </p:txBody>
      </p:sp>
    </p:spTree>
    <p:extLst>
      <p:ext uri="{BB962C8B-B14F-4D97-AF65-F5344CB8AC3E}">
        <p14:creationId xmlns:p14="http://schemas.microsoft.com/office/powerpoint/2010/main" val="289704286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Microsoft provides developers page to test SharePoint Framework projects. The workbench is a special SharePoint page that contains a single canvas to which developers can add their web parts.</a:t>
            </a:r>
          </a:p>
        </p:txBody>
      </p:sp>
      <p:sp>
        <p:nvSpPr>
          <p:cNvPr id="4" name="Header Placeholder 3"/>
          <p:cNvSpPr>
            <a:spLocks noGrp="1"/>
          </p:cNvSpPr>
          <p:nvPr>
            <p:ph type="hdr" sz="quarter"/>
          </p:nvPr>
        </p:nvSpPr>
        <p:spPr/>
        <p:txBody>
          <a:bodyPr/>
          <a:lstStyle/>
          <a:p>
            <a:r>
              <a:rPr lang="en-US"/>
              <a:t>SharePoint Framework</a:t>
            </a:r>
            <a:endParaRPr lang="en-US" dirty="0"/>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fld id="{D18B56EA-E28F-4F92-9F16-7A6F2501B303}" type="datetime8">
              <a:rPr lang="en-US" smtClean="0"/>
              <a:t>5/24/26 9:14 PM</a:t>
            </a:fld>
            <a:endParaRPr lang="en-US" dirty="0"/>
          </a:p>
        </p:txBody>
      </p:sp>
      <p:sp>
        <p:nvSpPr>
          <p:cNvPr id="7" name="Slide Number Placeholder 6"/>
          <p:cNvSpPr>
            <a:spLocks noGrp="1"/>
          </p:cNvSpPr>
          <p:nvPr>
            <p:ph type="sldNum" sz="quarter" idx="5"/>
          </p:nvPr>
        </p:nvSpPr>
        <p:spPr/>
        <p:txBody>
          <a:bodyPr/>
          <a:lstStyle/>
          <a:p>
            <a:fld id="{B4008EB6-D09E-4580-8CD6-DDB14511944F}" type="slidenum">
              <a:rPr lang="en-US" smtClean="0"/>
              <a:pPr/>
              <a:t>3</a:t>
            </a:fld>
            <a:endParaRPr lang="en-US" dirty="0"/>
          </a:p>
        </p:txBody>
      </p:sp>
    </p:spTree>
    <p:extLst>
      <p:ext uri="{BB962C8B-B14F-4D97-AF65-F5344CB8AC3E}">
        <p14:creationId xmlns:p14="http://schemas.microsoft.com/office/powerpoint/2010/main" val="154816990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Local workbench</a:t>
            </a:r>
          </a:p>
          <a:p>
            <a:endParaRPr lang="en-US" dirty="0"/>
          </a:p>
          <a:p>
            <a:r>
              <a:rPr lang="en-US" dirty="0"/>
              <a:t>The local workbench is included with the SharePoint Framework version 1.12.1 and earlier. It runs on https://localhost that has no SharePoint context. It's simply an HTML page that loads the SharePoint Framework in the browser.</a:t>
            </a:r>
          </a:p>
          <a:p>
            <a:endParaRPr lang="en-US" dirty="0"/>
          </a:p>
          <a:p>
            <a:r>
              <a:rPr lang="en-US" dirty="0"/>
              <a:t>The local workbench is not included with current versions of the SharePoint Framework, thus it is not covered in the modules in this learning path.</a:t>
            </a:r>
          </a:p>
          <a:p>
            <a:endParaRPr lang="en-US" dirty="0"/>
          </a:p>
          <a:p>
            <a:r>
              <a:rPr lang="en-US" dirty="0"/>
              <a:t>### SharePoint-hosted workbench</a:t>
            </a:r>
          </a:p>
          <a:p>
            <a:endParaRPr lang="en-US" dirty="0"/>
          </a:p>
          <a:p>
            <a:r>
              <a:rPr lang="en-US" dirty="0"/>
              <a:t>The SharePoint-hosted workbench is located at **https://{your-sharepoint-site}/_layouts/workbench.aspx**. Because this workbench is hosted by a real SharePoint site, it has SharePoint context. This means that your web part can access data in SharePoint lists and libraries in the same site as the hosted workbench.</a:t>
            </a:r>
          </a:p>
          <a:p>
            <a:endParaRPr lang="en-US" dirty="0"/>
          </a:p>
          <a:p>
            <a:r>
              <a:rPr lang="en-US" dirty="0"/>
              <a:t>Even though the gulp **serve** task will monitor your project and rebuild it when changes are made, it won't automatically refresh the browser containing the hosted workbench. To see the changes, you'll need to manually refresh the browser where the workbench is loaded.</a:t>
            </a:r>
          </a:p>
        </p:txBody>
      </p:sp>
      <p:sp>
        <p:nvSpPr>
          <p:cNvPr id="4" name="Header Placeholder 3"/>
          <p:cNvSpPr>
            <a:spLocks noGrp="1"/>
          </p:cNvSpPr>
          <p:nvPr>
            <p:ph type="hdr" sz="quarter"/>
          </p:nvPr>
        </p:nvSpPr>
        <p:spPr/>
        <p:txBody>
          <a:bodyPr/>
          <a:lstStyle/>
          <a:p>
            <a:r>
              <a:rPr lang="en-US"/>
              <a:t>SharePoint Framework</a:t>
            </a:r>
            <a:endParaRPr lang="en-US" dirty="0"/>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fld id="{D18B56EA-E28F-4F92-9F16-7A6F2501B303}" type="datetime8">
              <a:rPr lang="en-US" smtClean="0"/>
              <a:t>5/24/26 9:14 PM</a:t>
            </a:fld>
            <a:endParaRPr lang="en-US" dirty="0"/>
          </a:p>
        </p:txBody>
      </p:sp>
      <p:sp>
        <p:nvSpPr>
          <p:cNvPr id="7" name="Slide Number Placeholder 6"/>
          <p:cNvSpPr>
            <a:spLocks noGrp="1"/>
          </p:cNvSpPr>
          <p:nvPr>
            <p:ph type="sldNum" sz="quarter" idx="5"/>
          </p:nvPr>
        </p:nvSpPr>
        <p:spPr/>
        <p:txBody>
          <a:bodyPr/>
          <a:lstStyle/>
          <a:p>
            <a:fld id="{B4008EB6-D09E-4580-8CD6-DDB14511944F}" type="slidenum">
              <a:rPr lang="en-US" smtClean="0"/>
              <a:pPr/>
              <a:t>4</a:t>
            </a:fld>
            <a:endParaRPr lang="en-US" dirty="0"/>
          </a:p>
        </p:txBody>
      </p:sp>
    </p:spTree>
    <p:extLst>
      <p:ext uri="{BB962C8B-B14F-4D97-AF65-F5344CB8AC3E}">
        <p14:creationId xmlns:p14="http://schemas.microsoft.com/office/powerpoint/2010/main" val="78744678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heft **start** task used to start the local web server monitors your SharePoint Framework project's codebase while you're testing web parts in the workbench. When a file is changed and saved, the heft task will rebuild the project.</a:t>
            </a:r>
          </a:p>
          <a:p>
            <a:endParaRPr lang="en-US" dirty="0"/>
          </a:p>
          <a:p>
            <a:r>
              <a:rPr lang="en-US" dirty="0"/>
              <a:t>While hosted in a real SharePoint site, the SharePoint-hosted workbench is still intended to be a local development test environment that allows you to test your code changes immediately.</a:t>
            </a:r>
          </a:p>
          <a:p>
            <a:endParaRPr lang="en-US" dirty="0"/>
          </a:p>
          <a:p>
            <a:r>
              <a:rPr lang="en-US" dirty="0"/>
              <a:t>The hosted workbench requires you to start the local web server that will serve the workbench the SharePoint component's manifest and JavaScript bundle. To do this, execute the following command at the command line from the root of your project:</a:t>
            </a:r>
          </a:p>
          <a:p>
            <a:endParaRPr lang="en-US" dirty="0"/>
          </a:p>
          <a:p>
            <a:r>
              <a:rPr lang="en-US" dirty="0"/>
              <a:t>```console</a:t>
            </a:r>
          </a:p>
          <a:p>
            <a:r>
              <a:rPr lang="en-US" dirty="0"/>
              <a:t>heft start</a:t>
            </a:r>
          </a:p>
          <a:p>
            <a:r>
              <a:rPr lang="en-US" dirty="0"/>
              <a:t>```</a:t>
            </a:r>
          </a:p>
          <a:p>
            <a:endParaRPr lang="en-US" dirty="0"/>
          </a:p>
          <a:p>
            <a:r>
              <a:rPr lang="en-US" dirty="0"/>
              <a:t>This command will run the **start** tasks, start the local web server, launch the default browser, and load the workbench page at the URL configured in **</a:t>
            </a:r>
            <a:r>
              <a:rPr lang="en-US" dirty="0" err="1"/>
              <a:t>serve.json</a:t>
            </a:r>
            <a:r>
              <a:rPr lang="en-US" dirty="0"/>
              <a:t>**. If you don't want it to launch the browser automatically, include the **--</a:t>
            </a:r>
            <a:r>
              <a:rPr lang="en-US" dirty="0" err="1"/>
              <a:t>nobrowser</a:t>
            </a:r>
            <a:r>
              <a:rPr lang="en-US" dirty="0"/>
              <a:t>** switch:</a:t>
            </a:r>
          </a:p>
          <a:p>
            <a:endParaRPr lang="en-US" dirty="0"/>
          </a:p>
          <a:p>
            <a:r>
              <a:rPr lang="en-US" dirty="0"/>
              <a:t>```console</a:t>
            </a:r>
          </a:p>
          <a:p>
            <a:r>
              <a:rPr lang="en-US" dirty="0"/>
              <a:t>heft start --</a:t>
            </a:r>
            <a:r>
              <a:rPr lang="en-US" dirty="0" err="1"/>
              <a:t>nobrowser</a:t>
            </a:r>
            <a:endParaRPr lang="en-US" dirty="0"/>
          </a:p>
          <a:p>
            <a:r>
              <a:rPr lang="en-US" dirty="0"/>
              <a:t>```</a:t>
            </a:r>
          </a:p>
        </p:txBody>
      </p:sp>
      <p:sp>
        <p:nvSpPr>
          <p:cNvPr id="4" name="Header Placeholder 3"/>
          <p:cNvSpPr>
            <a:spLocks noGrp="1"/>
          </p:cNvSpPr>
          <p:nvPr>
            <p:ph type="hdr" sz="quarter"/>
          </p:nvPr>
        </p:nvSpPr>
        <p:spPr/>
        <p:txBody>
          <a:bodyPr/>
          <a:lstStyle/>
          <a:p>
            <a:r>
              <a:rPr lang="en-US"/>
              <a:t>SharePoint Framework</a:t>
            </a:r>
            <a:endParaRPr lang="en-US" dirty="0"/>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fld id="{D18B56EA-E28F-4F92-9F16-7A6F2501B303}" type="datetime8">
              <a:rPr lang="en-US" smtClean="0"/>
              <a:t>5/24/26 9:14 PM</a:t>
            </a:fld>
            <a:endParaRPr lang="en-US" dirty="0"/>
          </a:p>
        </p:txBody>
      </p:sp>
      <p:sp>
        <p:nvSpPr>
          <p:cNvPr id="7" name="Slide Number Placeholder 6"/>
          <p:cNvSpPr>
            <a:spLocks noGrp="1"/>
          </p:cNvSpPr>
          <p:nvPr>
            <p:ph type="sldNum" sz="quarter" idx="5"/>
          </p:nvPr>
        </p:nvSpPr>
        <p:spPr/>
        <p:txBody>
          <a:bodyPr/>
          <a:lstStyle/>
          <a:p>
            <a:fld id="{B4008EB6-D09E-4580-8CD6-DDB14511944F}" type="slidenum">
              <a:rPr lang="en-US" smtClean="0"/>
              <a:pPr/>
              <a:t>5</a:t>
            </a:fld>
            <a:endParaRPr lang="en-US" dirty="0"/>
          </a:p>
        </p:txBody>
      </p:sp>
    </p:spTree>
    <p:extLst>
      <p:ext uri="{BB962C8B-B14F-4D97-AF65-F5344CB8AC3E}">
        <p14:creationId xmlns:p14="http://schemas.microsoft.com/office/powerpoint/2010/main" val="160697664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SharePoint Framework projects is authored with TypeScript and the build process </a:t>
            </a:r>
            <a:r>
              <a:rPr lang="en-US" dirty="0" err="1"/>
              <a:t>transpiles</a:t>
            </a:r>
            <a:r>
              <a:rPr lang="en-US" dirty="0"/>
              <a:t> the TypeScript into JavaScript. It then  bundles the built files into a single file. As a result of this </a:t>
            </a:r>
            <a:r>
              <a:rPr lang="en-US" dirty="0" err="1"/>
              <a:t>transpiling</a:t>
            </a:r>
            <a:r>
              <a:rPr lang="en-US" dirty="0"/>
              <a:t> &amp; bundling process, it can be hard to debug the JavaScript that's generated in the build process and map it back to the TypeScript you wrote.</a:t>
            </a:r>
          </a:p>
          <a:p>
            <a:endParaRPr lang="en-US" dirty="0"/>
          </a:p>
          <a:p>
            <a:r>
              <a:rPr lang="en-US" dirty="0"/>
              <a:t>Source code mapping files make it possible to debug the original TypeScript code from the running JavaScript code. Mapping files map each line in the generated JavaScript code back to the TypeScript code it was generated from. When you set a breakpoint in JavaScript, a tool such browser development tools or editors like Visual Studio Code, will show you the TypeScript when your breakpoint is hit, even though it's the JavaScript that's running. </a:t>
            </a:r>
          </a:p>
          <a:p>
            <a:endParaRPr lang="en-US" dirty="0"/>
          </a:p>
        </p:txBody>
      </p:sp>
      <p:sp>
        <p:nvSpPr>
          <p:cNvPr id="4" name="Header Placeholder 3"/>
          <p:cNvSpPr>
            <a:spLocks noGrp="1"/>
          </p:cNvSpPr>
          <p:nvPr>
            <p:ph type="hdr" sz="quarter"/>
          </p:nvPr>
        </p:nvSpPr>
        <p:spPr/>
        <p:txBody>
          <a:bodyPr/>
          <a:lstStyle/>
          <a:p>
            <a:r>
              <a:rPr lang="en-US"/>
              <a:t>SharePoint Framework</a:t>
            </a:r>
            <a:endParaRPr lang="en-US" dirty="0"/>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fld id="{D18B56EA-E28F-4F92-9F16-7A6F2501B303}" type="datetime8">
              <a:rPr lang="en-US" smtClean="0"/>
              <a:t>5/24/26 9:14 PM</a:t>
            </a:fld>
            <a:endParaRPr lang="en-US" dirty="0"/>
          </a:p>
        </p:txBody>
      </p:sp>
      <p:sp>
        <p:nvSpPr>
          <p:cNvPr id="7" name="Slide Number Placeholder 6"/>
          <p:cNvSpPr>
            <a:spLocks noGrp="1"/>
          </p:cNvSpPr>
          <p:nvPr>
            <p:ph type="sldNum" sz="quarter" idx="5"/>
          </p:nvPr>
        </p:nvSpPr>
        <p:spPr/>
        <p:txBody>
          <a:bodyPr/>
          <a:lstStyle/>
          <a:p>
            <a:fld id="{B4008EB6-D09E-4580-8CD6-DDB14511944F}" type="slidenum">
              <a:rPr lang="en-US" smtClean="0"/>
              <a:pPr/>
              <a:t>6</a:t>
            </a:fld>
            <a:endParaRPr lang="en-US" dirty="0"/>
          </a:p>
        </p:txBody>
      </p:sp>
    </p:spTree>
    <p:extLst>
      <p:ext uri="{BB962C8B-B14F-4D97-AF65-F5344CB8AC3E}">
        <p14:creationId xmlns:p14="http://schemas.microsoft.com/office/powerpoint/2010/main" val="262808038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32742" rtl="0" eaLnBrk="1" fontAlgn="auto" latinLnBrk="0" hangingPunct="1">
              <a:lnSpc>
                <a:spcPct val="90000"/>
              </a:lnSpc>
              <a:spcBef>
                <a:spcPts val="0"/>
              </a:spcBef>
              <a:spcAft>
                <a:spcPts val="340"/>
              </a:spcAft>
              <a:buClrTx/>
              <a:buSzTx/>
              <a:buFontTx/>
              <a:buNone/>
              <a:tabLst/>
              <a:defRPr/>
            </a:pPr>
            <a:r>
              <a:rPr lang="en-US" sz="900" b="0" kern="1200" dirty="0">
                <a:solidFill>
                  <a:schemeClr val="tx1"/>
                </a:solidFill>
                <a:effectLst/>
                <a:latin typeface="Segoe UI Light" pitchFamily="34" charset="0"/>
                <a:ea typeface="+mn-ea"/>
                <a:cs typeface="+mn-cs"/>
              </a:rPr>
              <a:t>SharePoint Framework web parts can run on both classic and modern pages. To test a web part on a classic page, you first put the page into edit mode and add the web part using the **Insert** tab in the ribbon, the same way you add server-side web parts.</a:t>
            </a:r>
          </a:p>
          <a:p>
            <a:pPr marL="0" marR="0" lvl="0" indent="0" algn="l" defTabSz="932742" rtl="0" eaLnBrk="1" fontAlgn="auto" latinLnBrk="0" hangingPunct="1">
              <a:lnSpc>
                <a:spcPct val="90000"/>
              </a:lnSpc>
              <a:spcBef>
                <a:spcPts val="0"/>
              </a:spcBef>
              <a:spcAft>
                <a:spcPts val="340"/>
              </a:spcAft>
              <a:buClrTx/>
              <a:buSzTx/>
              <a:buFontTx/>
              <a:buNone/>
              <a:tabLst/>
              <a:defRPr/>
            </a:pPr>
            <a:endParaRPr lang="en-US" sz="900" b="0" kern="1200" dirty="0">
              <a:solidFill>
                <a:schemeClr val="tx1"/>
              </a:solidFill>
              <a:effectLst/>
              <a:latin typeface="Segoe UI Light" pitchFamily="34" charset="0"/>
              <a:ea typeface="+mn-ea"/>
              <a:cs typeface="+mn-cs"/>
            </a:endParaRPr>
          </a:p>
          <a:p>
            <a:pPr marL="0" marR="0" lvl="0" indent="0" algn="l" defTabSz="932742" rtl="0" eaLnBrk="1" fontAlgn="auto" latinLnBrk="0" hangingPunct="1">
              <a:lnSpc>
                <a:spcPct val="90000"/>
              </a:lnSpc>
              <a:spcBef>
                <a:spcPts val="0"/>
              </a:spcBef>
              <a:spcAft>
                <a:spcPts val="340"/>
              </a:spcAft>
              <a:buClrTx/>
              <a:buSzTx/>
              <a:buFontTx/>
              <a:buNone/>
              <a:tabLst/>
              <a:defRPr/>
            </a:pPr>
            <a:r>
              <a:rPr lang="en-US" sz="900" b="0" kern="1200" dirty="0">
                <a:solidFill>
                  <a:schemeClr val="tx1"/>
                </a:solidFill>
                <a:effectLst/>
                <a:latin typeface="Segoe UI Light" pitchFamily="34" charset="0"/>
                <a:ea typeface="+mn-ea"/>
                <a:cs typeface="+mn-cs"/>
              </a:rPr>
              <a:t>Select the web part from the gallery to add it to the page.</a:t>
            </a:r>
          </a:p>
          <a:p>
            <a:pPr marL="0" marR="0" lvl="0" indent="0" algn="l" defTabSz="932742" rtl="0" eaLnBrk="1" fontAlgn="auto" latinLnBrk="0" hangingPunct="1">
              <a:lnSpc>
                <a:spcPct val="90000"/>
              </a:lnSpc>
              <a:spcBef>
                <a:spcPts val="0"/>
              </a:spcBef>
              <a:spcAft>
                <a:spcPts val="340"/>
              </a:spcAft>
              <a:buClrTx/>
              <a:buSzTx/>
              <a:buFontTx/>
              <a:buNone/>
              <a:tabLst/>
              <a:defRPr/>
            </a:pPr>
            <a:endParaRPr lang="en-US" sz="900" b="0" kern="1200" dirty="0">
              <a:solidFill>
                <a:schemeClr val="tx1"/>
              </a:solidFill>
              <a:effectLst/>
              <a:latin typeface="Segoe UI Light" pitchFamily="34" charset="0"/>
              <a:ea typeface="+mn-ea"/>
              <a:cs typeface="+mn-cs"/>
            </a:endParaRPr>
          </a:p>
          <a:p>
            <a:pPr marL="0" marR="0" lvl="0" indent="0" algn="l" defTabSz="932742" rtl="0" eaLnBrk="1" fontAlgn="auto" latinLnBrk="0" hangingPunct="1">
              <a:lnSpc>
                <a:spcPct val="90000"/>
              </a:lnSpc>
              <a:spcBef>
                <a:spcPts val="0"/>
              </a:spcBef>
              <a:spcAft>
                <a:spcPts val="340"/>
              </a:spcAft>
              <a:buClrTx/>
              <a:buSzTx/>
              <a:buFontTx/>
              <a:buNone/>
              <a:tabLst/>
              <a:defRPr/>
            </a:pPr>
            <a:r>
              <a:rPr lang="en-US" sz="900" b="0" kern="1200" dirty="0">
                <a:solidFill>
                  <a:schemeClr val="tx1"/>
                </a:solidFill>
                <a:effectLst/>
                <a:latin typeface="Segoe UI Light" pitchFamily="34" charset="0"/>
                <a:ea typeface="+mn-ea"/>
                <a:cs typeface="+mn-cs"/>
              </a:rPr>
              <a:t>Select the **Save and Publish** button in the ribbon to put the page back into read mode.</a:t>
            </a:r>
          </a:p>
          <a:p>
            <a:pPr marL="0" marR="0" lvl="0" indent="0" algn="l" defTabSz="932742" rtl="0" eaLnBrk="1" fontAlgn="auto" latinLnBrk="0" hangingPunct="1">
              <a:lnSpc>
                <a:spcPct val="90000"/>
              </a:lnSpc>
              <a:spcBef>
                <a:spcPts val="0"/>
              </a:spcBef>
              <a:spcAft>
                <a:spcPts val="340"/>
              </a:spcAft>
              <a:buClrTx/>
              <a:buSzTx/>
              <a:buFontTx/>
              <a:buNone/>
              <a:tabLst/>
              <a:defRPr/>
            </a:pPr>
            <a:endParaRPr lang="en-US" sz="900" b="0" kern="1200" dirty="0">
              <a:solidFill>
                <a:schemeClr val="tx1"/>
              </a:solidFill>
              <a:effectLst/>
              <a:latin typeface="Segoe UI Light" pitchFamily="34" charset="0"/>
              <a:ea typeface="+mn-ea"/>
              <a:cs typeface="+mn-cs"/>
            </a:endParaRPr>
          </a:p>
          <a:p>
            <a:pPr marL="0" marR="0" lvl="0" indent="0" algn="l" defTabSz="932742" rtl="0" eaLnBrk="1" fontAlgn="auto" latinLnBrk="0" hangingPunct="1">
              <a:lnSpc>
                <a:spcPct val="90000"/>
              </a:lnSpc>
              <a:spcBef>
                <a:spcPts val="0"/>
              </a:spcBef>
              <a:spcAft>
                <a:spcPts val="340"/>
              </a:spcAft>
              <a:buClrTx/>
              <a:buSzTx/>
              <a:buFontTx/>
              <a:buNone/>
              <a:tabLst/>
              <a:defRPr/>
            </a:pPr>
            <a:r>
              <a:rPr lang="en-US" sz="900" b="0" kern="1200" dirty="0">
                <a:solidFill>
                  <a:schemeClr val="tx1"/>
                </a:solidFill>
                <a:effectLst/>
                <a:latin typeface="Segoe UI Light" pitchFamily="34" charset="0"/>
                <a:ea typeface="+mn-ea"/>
                <a:cs typeface="+mn-cs"/>
              </a:rPr>
              <a:t>Put the page back into edit mode. Notice that even though the page is in edit mode, the web part is still in read mode.</a:t>
            </a:r>
          </a:p>
          <a:p>
            <a:pPr marL="0" marR="0" lvl="0" indent="0" algn="l" defTabSz="932742" rtl="0" eaLnBrk="1" fontAlgn="auto" latinLnBrk="0" hangingPunct="1">
              <a:lnSpc>
                <a:spcPct val="90000"/>
              </a:lnSpc>
              <a:spcBef>
                <a:spcPts val="0"/>
              </a:spcBef>
              <a:spcAft>
                <a:spcPts val="340"/>
              </a:spcAft>
              <a:buClrTx/>
              <a:buSzTx/>
              <a:buFontTx/>
              <a:buNone/>
              <a:tabLst/>
              <a:defRPr/>
            </a:pPr>
            <a:endParaRPr lang="en-US" sz="900" b="0" kern="1200" dirty="0">
              <a:solidFill>
                <a:schemeClr val="tx1"/>
              </a:solidFill>
              <a:effectLst/>
              <a:latin typeface="Segoe UI Light" pitchFamily="34" charset="0"/>
              <a:ea typeface="+mn-ea"/>
              <a:cs typeface="+mn-cs"/>
            </a:endParaRPr>
          </a:p>
          <a:p>
            <a:pPr marL="0" marR="0" lvl="0" indent="0" algn="l" defTabSz="932742" rtl="0" eaLnBrk="1" fontAlgn="auto" latinLnBrk="0" hangingPunct="1">
              <a:lnSpc>
                <a:spcPct val="90000"/>
              </a:lnSpc>
              <a:spcBef>
                <a:spcPts val="0"/>
              </a:spcBef>
              <a:spcAft>
                <a:spcPts val="340"/>
              </a:spcAft>
              <a:buClrTx/>
              <a:buSzTx/>
              <a:buFontTx/>
              <a:buNone/>
              <a:tabLst/>
              <a:defRPr/>
            </a:pPr>
            <a:r>
              <a:rPr lang="en-US" sz="900" b="0" kern="1200" dirty="0">
                <a:solidFill>
                  <a:schemeClr val="tx1"/>
                </a:solidFill>
                <a:effectLst/>
                <a:latin typeface="Segoe UI Light" pitchFamily="34" charset="0"/>
                <a:ea typeface="+mn-ea"/>
                <a:cs typeface="+mn-cs"/>
              </a:rPr>
              <a:t>Select **Edit web part** from the web part's context menu. Notice that the web part is now in edit mode.</a:t>
            </a:r>
          </a:p>
        </p:txBody>
      </p:sp>
      <p:sp>
        <p:nvSpPr>
          <p:cNvPr id="4" name="Header Placeholder 3"/>
          <p:cNvSpPr>
            <a:spLocks noGrp="1"/>
          </p:cNvSpPr>
          <p:nvPr>
            <p:ph type="hdr" sz="quarter"/>
          </p:nvPr>
        </p:nvSpPr>
        <p:spPr/>
        <p:txBody>
          <a:bodyPr/>
          <a:lstStyle/>
          <a:p>
            <a:r>
              <a:rPr lang="en-US"/>
              <a:t>SharePoint Framework</a:t>
            </a:r>
            <a:endParaRPr lang="en-US" dirty="0"/>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fld id="{D18B56EA-E28F-4F92-9F16-7A6F2501B303}" type="datetime8">
              <a:rPr lang="en-US" smtClean="0"/>
              <a:t>5/24/26 9:14 PM</a:t>
            </a:fld>
            <a:endParaRPr lang="en-US" dirty="0"/>
          </a:p>
        </p:txBody>
      </p:sp>
      <p:sp>
        <p:nvSpPr>
          <p:cNvPr id="7" name="Slide Number Placeholder 6"/>
          <p:cNvSpPr>
            <a:spLocks noGrp="1"/>
          </p:cNvSpPr>
          <p:nvPr>
            <p:ph type="sldNum" sz="quarter" idx="5"/>
          </p:nvPr>
        </p:nvSpPr>
        <p:spPr/>
        <p:txBody>
          <a:bodyPr/>
          <a:lstStyle/>
          <a:p>
            <a:fld id="{B4008EB6-D09E-4580-8CD6-DDB14511944F}" type="slidenum">
              <a:rPr lang="en-US" smtClean="0"/>
              <a:pPr/>
              <a:t>7</a:t>
            </a:fld>
            <a:endParaRPr lang="en-US" dirty="0"/>
          </a:p>
        </p:txBody>
      </p:sp>
    </p:spTree>
    <p:extLst>
      <p:ext uri="{BB962C8B-B14F-4D97-AF65-F5344CB8AC3E}">
        <p14:creationId xmlns:p14="http://schemas.microsoft.com/office/powerpoint/2010/main" val="116429960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small differences between a classic and modern pages when testing web parts.</a:t>
            </a:r>
          </a:p>
          <a:p>
            <a:endParaRPr lang="en-US" dirty="0"/>
          </a:p>
          <a:p>
            <a:r>
              <a:rPr lang="en-US" dirty="0"/>
              <a:t>Similar to the classic experience, create a new page or edit an existing one. Modern pages have a horizontal line with a + image that you use to open the web part toolbox.</a:t>
            </a:r>
          </a:p>
          <a:p>
            <a:endParaRPr lang="en-US" dirty="0"/>
          </a:p>
          <a:p>
            <a:r>
              <a:rPr lang="en-US" dirty="0"/>
              <a:t>Select the **Publish** or **</a:t>
            </a:r>
            <a:r>
              <a:rPr lang="en-US" dirty="0" err="1"/>
              <a:t>Reublish</a:t>
            </a:r>
            <a:r>
              <a:rPr lang="en-US" dirty="0"/>
              <a:t>** button to put the page back into read mode.</a:t>
            </a:r>
          </a:p>
          <a:p>
            <a:endParaRPr lang="en-US" dirty="0"/>
          </a:p>
          <a:p>
            <a:r>
              <a:rPr lang="en-US" dirty="0"/>
              <a:t>Put the page back into edit mode. Unlike the classic experience, the web part's mode always matches the mode of the page. If the page is in edit mode, so is the web part.</a:t>
            </a:r>
          </a:p>
        </p:txBody>
      </p:sp>
      <p:sp>
        <p:nvSpPr>
          <p:cNvPr id="4" name="Header Placeholder 3"/>
          <p:cNvSpPr>
            <a:spLocks noGrp="1"/>
          </p:cNvSpPr>
          <p:nvPr>
            <p:ph type="hdr" sz="quarter"/>
          </p:nvPr>
        </p:nvSpPr>
        <p:spPr/>
        <p:txBody>
          <a:bodyPr/>
          <a:lstStyle/>
          <a:p>
            <a:r>
              <a:rPr lang="en-US"/>
              <a:t>SharePoint Framework</a:t>
            </a:r>
            <a:endParaRPr lang="en-US" dirty="0"/>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fld id="{D18B56EA-E28F-4F92-9F16-7A6F2501B303}" type="datetime8">
              <a:rPr lang="en-US" smtClean="0"/>
              <a:t>5/24/26 9:14 PM</a:t>
            </a:fld>
            <a:endParaRPr lang="en-US" dirty="0"/>
          </a:p>
        </p:txBody>
      </p:sp>
      <p:sp>
        <p:nvSpPr>
          <p:cNvPr id="7" name="Slide Number Placeholder 6"/>
          <p:cNvSpPr>
            <a:spLocks noGrp="1"/>
          </p:cNvSpPr>
          <p:nvPr>
            <p:ph type="sldNum" sz="quarter" idx="5"/>
          </p:nvPr>
        </p:nvSpPr>
        <p:spPr/>
        <p:txBody>
          <a:bodyPr/>
          <a:lstStyle/>
          <a:p>
            <a:fld id="{B4008EB6-D09E-4580-8CD6-DDB14511944F}" type="slidenum">
              <a:rPr lang="en-US" smtClean="0"/>
              <a:pPr/>
              <a:t>8</a:t>
            </a:fld>
            <a:endParaRPr lang="en-US" dirty="0"/>
          </a:p>
        </p:txBody>
      </p:sp>
    </p:spTree>
    <p:extLst>
      <p:ext uri="{BB962C8B-B14F-4D97-AF65-F5344CB8AC3E}">
        <p14:creationId xmlns:p14="http://schemas.microsoft.com/office/powerpoint/2010/main" val="153290134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2"/>
          </p:nvPr>
        </p:nvSpPr>
        <p:spPr/>
        <p:txBody>
          <a:bodyPr/>
          <a:lstStyle/>
          <a:p>
            <a:fld id="{D18B56EA-E28F-4F92-9F16-7A6F2501B303}" type="datetime8">
              <a:rPr lang="en-US" smtClean="0"/>
              <a:t>5/24/26 9:14 PM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9</a:t>
            </a:fld>
            <a:endParaRPr lang="en-US" dirty="0"/>
          </a:p>
        </p:txBody>
      </p:sp>
    </p:spTree>
    <p:extLst>
      <p:ext uri="{BB962C8B-B14F-4D97-AF65-F5344CB8AC3E}">
        <p14:creationId xmlns:p14="http://schemas.microsoft.com/office/powerpoint/2010/main" val="39858939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2"/>
          </p:nvPr>
        </p:nvSpPr>
        <p:spPr/>
        <p:txBody>
          <a:bodyPr/>
          <a:lstStyle/>
          <a:p>
            <a:fld id="{D18B56EA-E28F-4F92-9F16-7A6F2501B303}" type="datetime8">
              <a:rPr lang="en-US" smtClean="0"/>
              <a:t>5/24/26 9:14 PM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11</a:t>
            </a:fld>
            <a:endParaRPr lang="en-US" dirty="0"/>
          </a:p>
        </p:txBody>
      </p:sp>
    </p:spTree>
    <p:extLst>
      <p:ext uri="{BB962C8B-B14F-4D97-AF65-F5344CB8AC3E}">
        <p14:creationId xmlns:p14="http://schemas.microsoft.com/office/powerpoint/2010/main" val="19042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2"/>
          </p:nvPr>
        </p:nvSpPr>
        <p:spPr/>
        <p:txBody>
          <a:bodyPr/>
          <a:lstStyle/>
          <a:p>
            <a:fld id="{D18B56EA-E28F-4F92-9F16-7A6F2501B303}" type="datetime8">
              <a:rPr lang="en-US" smtClean="0"/>
              <a:t>5/24/26 9:14 PM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12</a:t>
            </a:fld>
            <a:endParaRPr lang="en-US" dirty="0"/>
          </a:p>
        </p:txBody>
      </p:sp>
    </p:spTree>
    <p:extLst>
      <p:ext uri="{BB962C8B-B14F-4D97-AF65-F5344CB8AC3E}">
        <p14:creationId xmlns:p14="http://schemas.microsoft.com/office/powerpoint/2010/main" val="251082347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2"/>
          </p:nvPr>
        </p:nvSpPr>
        <p:spPr/>
        <p:txBody>
          <a:bodyPr/>
          <a:lstStyle/>
          <a:p>
            <a:fld id="{D18B56EA-E28F-4F92-9F16-7A6F2501B303}" type="datetime8">
              <a:rPr lang="en-US" smtClean="0"/>
              <a:t>5/24/26 9:14 PM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13</a:t>
            </a:fld>
            <a:endParaRPr lang="en-US" dirty="0"/>
          </a:p>
        </p:txBody>
      </p:sp>
    </p:spTree>
    <p:extLst>
      <p:ext uri="{BB962C8B-B14F-4D97-AF65-F5344CB8AC3E}">
        <p14:creationId xmlns:p14="http://schemas.microsoft.com/office/powerpoint/2010/main" val="168551960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Master" Target="../slideMasters/slideMaster1.xml"/><Relationship Id="rId5" Type="http://schemas.openxmlformats.org/officeDocument/2006/relationships/image" Target="../media/image10.jpeg"/><Relationship Id="rId4" Type="http://schemas.openxmlformats.org/officeDocument/2006/relationships/image" Target="../media/image9.jpe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jpeg"/><Relationship Id="rId1" Type="http://schemas.openxmlformats.org/officeDocument/2006/relationships/slideMaster" Target="../slideMasters/slideMaster1.xml"/><Relationship Id="rId4" Type="http://schemas.openxmlformats.org/officeDocument/2006/relationships/image" Target="../media/image13.jpe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1">
    <p:bg>
      <p:bgPr>
        <a:solidFill>
          <a:schemeClr val="bg2"/>
        </a:solidFill>
        <a:effectLst/>
      </p:bgPr>
    </p:bg>
    <p:spTree>
      <p:nvGrpSpPr>
        <p:cNvPr id="1" name=""/>
        <p:cNvGrpSpPr/>
        <p:nvPr/>
      </p:nvGrpSpPr>
      <p:grpSpPr>
        <a:xfrm>
          <a:off x="0" y="0"/>
          <a:ext cx="0" cy="0"/>
          <a:chOff x="0" y="0"/>
          <a:chExt cx="0" cy="0"/>
        </a:xfrm>
      </p:grpSpPr>
      <p:pic>
        <p:nvPicPr>
          <p:cNvPr id="3" name="Picture 2" descr="A person standing in front of a computer&#10;&#10;Description generated with very high confidence">
            <a:extLst>
              <a:ext uri="{FF2B5EF4-FFF2-40B4-BE49-F238E27FC236}">
                <a16:creationId xmlns:a16="http://schemas.microsoft.com/office/drawing/2014/main" id="{070E6202-7CD5-4BB1-8AE7-46D9B3803A7C}"/>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942064" y="-1"/>
            <a:ext cx="10494411" cy="6994525"/>
          </a:xfrm>
          <a:prstGeom prst="rect">
            <a:avLst/>
          </a:prstGeom>
        </p:spPr>
      </p:pic>
      <p:sp>
        <p:nvSpPr>
          <p:cNvPr id="6" name="Rectangle 5">
            <a:extLst>
              <a:ext uri="{FF2B5EF4-FFF2-40B4-BE49-F238E27FC236}">
                <a16:creationId xmlns:a16="http://schemas.microsoft.com/office/drawing/2014/main" id="{31AE396F-8D3A-450C-ACA2-DBB858270594}"/>
              </a:ext>
            </a:extLst>
          </p:cNvPr>
          <p:cNvSpPr/>
          <p:nvPr userDrawn="1"/>
        </p:nvSpPr>
        <p:spPr bwMode="auto">
          <a:xfrm>
            <a:off x="0" y="0"/>
            <a:ext cx="10048876" cy="6994525"/>
          </a:xfrm>
          <a:prstGeom prst="rect">
            <a:avLst/>
          </a:prstGeom>
          <a:gradFill flip="none" rotWithShape="1">
            <a:gsLst>
              <a:gs pos="0">
                <a:schemeClr val="accent1">
                  <a:lumMod val="5000"/>
                  <a:lumOff val="95000"/>
                  <a:alpha val="0"/>
                </a:schemeClr>
              </a:gs>
              <a:gs pos="59000">
                <a:schemeClr val="bg1"/>
              </a:gs>
              <a:gs pos="100000">
                <a:schemeClr val="bg1"/>
              </a:gs>
            </a:gsLst>
            <a:lin ang="10800000" scaled="0"/>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9" name="Title 1"/>
          <p:cNvSpPr>
            <a:spLocks noGrp="1"/>
          </p:cNvSpPr>
          <p:nvPr>
            <p:ph type="title" hasCustomPrompt="1"/>
          </p:nvPr>
        </p:nvSpPr>
        <p:spPr>
          <a:xfrm>
            <a:off x="465137" y="3036319"/>
            <a:ext cx="8229599" cy="1828800"/>
          </a:xfrm>
          <a:noFill/>
        </p:spPr>
        <p:txBody>
          <a:bodyPr lIns="0" tIns="91440" rIns="146304" bIns="91440" anchor="b" anchorCtr="0"/>
          <a:lstStyle>
            <a:lvl1pPr>
              <a:defRPr sz="5400" strike="noStrike" spc="-150" baseline="0">
                <a:solidFill>
                  <a:schemeClr val="tx1"/>
                </a:solidFill>
              </a:defRPr>
            </a:lvl1pPr>
          </a:lstStyle>
          <a:p>
            <a:r>
              <a:rPr lang="en-US" dirty="0"/>
              <a:t>Office 365 presentation title or event name</a:t>
            </a:r>
          </a:p>
        </p:txBody>
      </p:sp>
      <p:sp>
        <p:nvSpPr>
          <p:cNvPr id="5" name="Text Placeholder 4"/>
          <p:cNvSpPr>
            <a:spLocks noGrp="1"/>
          </p:cNvSpPr>
          <p:nvPr>
            <p:ph type="body" sz="quarter" idx="12" hasCustomPrompt="1"/>
          </p:nvPr>
        </p:nvSpPr>
        <p:spPr>
          <a:xfrm>
            <a:off x="472032" y="4830762"/>
            <a:ext cx="8527440" cy="730183"/>
          </a:xfrm>
          <a:noFill/>
        </p:spPr>
        <p:txBody>
          <a:bodyPr lIns="0" tIns="109728" rIns="164592" bIns="109728">
            <a:noAutofit/>
          </a:bodyPr>
          <a:lstStyle>
            <a:lvl1pPr marL="0" indent="0">
              <a:spcBef>
                <a:spcPts val="0"/>
              </a:spcBef>
              <a:buNone/>
              <a:defRPr sz="1800" spc="0" baseline="0">
                <a:solidFill>
                  <a:schemeClr val="tx1"/>
                </a:solidFill>
                <a:latin typeface="+mn-lt"/>
              </a:defRPr>
            </a:lvl1pPr>
          </a:lstStyle>
          <a:p>
            <a:pPr lvl="0"/>
            <a:r>
              <a:rPr lang="en-US" dirty="0"/>
              <a:t>Author Name</a:t>
            </a:r>
          </a:p>
          <a:p>
            <a:pPr lvl="0"/>
            <a:r>
              <a:rPr lang="en-US" dirty="0"/>
              <a:t>Date</a:t>
            </a:r>
          </a:p>
        </p:txBody>
      </p:sp>
      <p:pic>
        <p:nvPicPr>
          <p:cNvPr id="64" name="MS logo gray - EMF"/>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bwMode="black">
          <a:xfrm>
            <a:off x="465139" y="449264"/>
            <a:ext cx="935564" cy="200341"/>
          </a:xfrm>
          <a:prstGeom prst="rect">
            <a:avLst/>
          </a:prstGeom>
        </p:spPr>
      </p:pic>
    </p:spTree>
    <p:extLst>
      <p:ext uri="{BB962C8B-B14F-4D97-AF65-F5344CB8AC3E}">
        <p14:creationId xmlns:p14="http://schemas.microsoft.com/office/powerpoint/2010/main" val="54652823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2">
    <p:bg>
      <p:bgPr>
        <a:solidFill>
          <a:schemeClr val="tx1"/>
        </a:solid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465137" y="3036319"/>
            <a:ext cx="8229599" cy="1828800"/>
          </a:xfrm>
          <a:noFill/>
        </p:spPr>
        <p:txBody>
          <a:bodyPr lIns="0" tIns="91440" rIns="146304" bIns="91440" anchor="b" anchorCtr="0"/>
          <a:lstStyle>
            <a:lvl1pPr>
              <a:defRPr sz="5400" spc="-150" baseline="0">
                <a:solidFill>
                  <a:schemeClr val="bg2"/>
                </a:solidFill>
              </a:defRPr>
            </a:lvl1pPr>
          </a:lstStyle>
          <a:p>
            <a:r>
              <a:rPr lang="en-US" dirty="0"/>
              <a:t>Office 365 presentation title or event name</a:t>
            </a:r>
          </a:p>
        </p:txBody>
      </p:sp>
      <p:sp>
        <p:nvSpPr>
          <p:cNvPr id="5" name="Text Placeholder 4"/>
          <p:cNvSpPr>
            <a:spLocks noGrp="1"/>
          </p:cNvSpPr>
          <p:nvPr>
            <p:ph type="body" sz="quarter" idx="12" hasCustomPrompt="1"/>
          </p:nvPr>
        </p:nvSpPr>
        <p:spPr>
          <a:xfrm>
            <a:off x="472032" y="4830762"/>
            <a:ext cx="8527440" cy="730183"/>
          </a:xfrm>
          <a:noFill/>
        </p:spPr>
        <p:txBody>
          <a:bodyPr lIns="0" tIns="109728" rIns="164592" bIns="109728">
            <a:noAutofit/>
          </a:bodyPr>
          <a:lstStyle>
            <a:lvl1pPr marL="0" indent="0">
              <a:spcBef>
                <a:spcPts val="0"/>
              </a:spcBef>
              <a:buNone/>
              <a:defRPr sz="1800" spc="0" baseline="0">
                <a:solidFill>
                  <a:schemeClr val="bg2"/>
                </a:solidFill>
                <a:latin typeface="+mn-lt"/>
              </a:defRPr>
            </a:lvl1pPr>
          </a:lstStyle>
          <a:p>
            <a:pPr lvl="0"/>
            <a:r>
              <a:rPr lang="en-US" dirty="0"/>
              <a:t>Author Name</a:t>
            </a:r>
          </a:p>
          <a:p>
            <a:pPr lvl="0"/>
            <a:r>
              <a:rPr lang="en-US" dirty="0"/>
              <a:t>Date</a:t>
            </a:r>
          </a:p>
        </p:txBody>
      </p:sp>
      <p:grpSp>
        <p:nvGrpSpPr>
          <p:cNvPr id="7" name="Group 6"/>
          <p:cNvGrpSpPr/>
          <p:nvPr userDrawn="1"/>
        </p:nvGrpSpPr>
        <p:grpSpPr>
          <a:xfrm>
            <a:off x="465139" y="449264"/>
            <a:ext cx="933131" cy="200341"/>
            <a:chOff x="465139" y="449264"/>
            <a:chExt cx="933131" cy="200341"/>
          </a:xfrm>
        </p:grpSpPr>
        <p:pic>
          <p:nvPicPr>
            <p:cNvPr id="97" name="Picture 96"/>
            <p:cNvPicPr>
              <a:picLocks noChangeAspect="1"/>
            </p:cNvPicPr>
            <p:nvPr userDrawn="1"/>
          </p:nvPicPr>
          <p:blipFill rotWithShape="1">
            <a:blip r:embed="rId2" cstate="screen">
              <a:extLst>
                <a:ext uri="{28A0092B-C50C-407E-A947-70E740481C1C}">
                  <a14:useLocalDpi xmlns:a14="http://schemas.microsoft.com/office/drawing/2010/main"/>
                </a:ext>
              </a:extLst>
            </a:blip>
            <a:srcRect l="26716" r="872" b="4064"/>
            <a:stretch/>
          </p:blipFill>
          <p:spPr bwMode="black">
            <a:xfrm>
              <a:off x="721996" y="459092"/>
              <a:ext cx="676274" cy="187779"/>
            </a:xfrm>
            <a:prstGeom prst="rect">
              <a:avLst/>
            </a:prstGeom>
          </p:spPr>
        </p:pic>
        <p:pic>
          <p:nvPicPr>
            <p:cNvPr id="64" name="MS logo gray - EMF"/>
            <p:cNvPicPr>
              <a:picLocks noChangeAspect="1"/>
            </p:cNvPicPr>
            <p:nvPr userDrawn="1"/>
          </p:nvPicPr>
          <p:blipFill rotWithShape="1">
            <a:blip r:embed="rId3" cstate="screen">
              <a:extLst>
                <a:ext uri="{28A0092B-C50C-407E-A947-70E740481C1C}">
                  <a14:useLocalDpi xmlns:a14="http://schemas.microsoft.com/office/drawing/2010/main"/>
                </a:ext>
              </a:extLst>
            </a:blip>
            <a:srcRect r="76414"/>
            <a:stretch/>
          </p:blipFill>
          <p:spPr bwMode="black">
            <a:xfrm>
              <a:off x="465139" y="449264"/>
              <a:ext cx="220661" cy="200341"/>
            </a:xfrm>
            <a:prstGeom prst="rect">
              <a:avLst/>
            </a:prstGeom>
          </p:spPr>
        </p:pic>
      </p:grpSp>
    </p:spTree>
    <p:extLst>
      <p:ext uri="{BB962C8B-B14F-4D97-AF65-F5344CB8AC3E}">
        <p14:creationId xmlns:p14="http://schemas.microsoft.com/office/powerpoint/2010/main" val="7082464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3">
    <p:bg>
      <p:bgPr>
        <a:solidFill>
          <a:schemeClr val="bg2"/>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A60F36A-EBDF-4D9D-8F13-E094035DB7F8}"/>
              </a:ext>
            </a:extLst>
          </p:cNvPr>
          <p:cNvSpPr/>
          <p:nvPr userDrawn="1"/>
        </p:nvSpPr>
        <p:spPr bwMode="auto">
          <a:xfrm>
            <a:off x="-1" y="-1"/>
            <a:ext cx="7801338" cy="6994525"/>
          </a:xfrm>
          <a:prstGeom prst="rect">
            <a:avLst/>
          </a:prstGeom>
          <a:gradFill flip="none" rotWithShape="1">
            <a:gsLst>
              <a:gs pos="41000">
                <a:schemeClr val="bg2">
                  <a:alpha val="52000"/>
                </a:schemeClr>
              </a:gs>
              <a:gs pos="100000">
                <a:schemeClr val="bg2">
                  <a:alpha val="0"/>
                </a:schemeClr>
              </a:gs>
            </a:gsLst>
            <a:lin ang="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9" name="Title 1"/>
          <p:cNvSpPr>
            <a:spLocks noGrp="1"/>
          </p:cNvSpPr>
          <p:nvPr>
            <p:ph type="title" hasCustomPrompt="1"/>
          </p:nvPr>
        </p:nvSpPr>
        <p:spPr>
          <a:xfrm>
            <a:off x="465137" y="3036319"/>
            <a:ext cx="8229599" cy="1828800"/>
          </a:xfrm>
          <a:noFill/>
        </p:spPr>
        <p:txBody>
          <a:bodyPr lIns="0" tIns="91440" rIns="146304" bIns="91440" anchor="b" anchorCtr="0"/>
          <a:lstStyle>
            <a:lvl1pPr>
              <a:defRPr sz="5400" spc="-150" baseline="0">
                <a:solidFill>
                  <a:schemeClr val="tx1"/>
                </a:solidFill>
              </a:defRPr>
            </a:lvl1pPr>
          </a:lstStyle>
          <a:p>
            <a:r>
              <a:rPr lang="en-US" dirty="0"/>
              <a:t>Office 365 presentation title or event name</a:t>
            </a:r>
          </a:p>
        </p:txBody>
      </p:sp>
      <p:sp>
        <p:nvSpPr>
          <p:cNvPr id="5" name="Text Placeholder 4"/>
          <p:cNvSpPr>
            <a:spLocks noGrp="1"/>
          </p:cNvSpPr>
          <p:nvPr>
            <p:ph type="body" sz="quarter" idx="12" hasCustomPrompt="1"/>
          </p:nvPr>
        </p:nvSpPr>
        <p:spPr>
          <a:xfrm>
            <a:off x="472032" y="4830762"/>
            <a:ext cx="8527440" cy="730183"/>
          </a:xfrm>
          <a:noFill/>
        </p:spPr>
        <p:txBody>
          <a:bodyPr lIns="0" tIns="109728" rIns="164592" bIns="109728">
            <a:noAutofit/>
          </a:bodyPr>
          <a:lstStyle>
            <a:lvl1pPr marL="0" indent="0">
              <a:spcBef>
                <a:spcPts val="0"/>
              </a:spcBef>
              <a:buNone/>
              <a:defRPr sz="1800" spc="0" baseline="0">
                <a:solidFill>
                  <a:schemeClr val="tx1"/>
                </a:solidFill>
                <a:latin typeface="+mn-lt"/>
              </a:defRPr>
            </a:lvl1pPr>
          </a:lstStyle>
          <a:p>
            <a:pPr lvl="0"/>
            <a:r>
              <a:rPr lang="en-US" dirty="0"/>
              <a:t>Author Name</a:t>
            </a:r>
          </a:p>
          <a:p>
            <a:pPr lvl="0"/>
            <a:r>
              <a:rPr lang="en-US" dirty="0"/>
              <a:t>Date</a:t>
            </a:r>
          </a:p>
        </p:txBody>
      </p:sp>
      <p:pic>
        <p:nvPicPr>
          <p:cNvPr id="64" name="MS logo gray - EMF"/>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bwMode="black">
          <a:xfrm>
            <a:off x="465139" y="449264"/>
            <a:ext cx="935564" cy="200341"/>
          </a:xfrm>
          <a:prstGeom prst="rect">
            <a:avLst/>
          </a:prstGeom>
        </p:spPr>
      </p:pic>
    </p:spTree>
    <p:extLst>
      <p:ext uri="{BB962C8B-B14F-4D97-AF65-F5344CB8AC3E}">
        <p14:creationId xmlns:p14="http://schemas.microsoft.com/office/powerpoint/2010/main" val="208901051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able of Contents">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65138" y="960438"/>
            <a:ext cx="3690937" cy="917575"/>
          </a:xfrm>
        </p:spPr>
        <p:txBody>
          <a:bodyPr lIns="0" tIns="0" rIns="0" bIns="0"/>
          <a:lstStyle>
            <a:lvl1pPr>
              <a:defRPr sz="1800" spc="-50" baseline="0">
                <a:solidFill>
                  <a:schemeClr val="tx1"/>
                </a:solidFill>
              </a:defRPr>
            </a:lvl1pPr>
          </a:lstStyle>
          <a:p>
            <a:r>
              <a:rPr lang="en-US" dirty="0"/>
              <a:t>Contents</a:t>
            </a:r>
          </a:p>
        </p:txBody>
      </p:sp>
      <p:sp>
        <p:nvSpPr>
          <p:cNvPr id="4" name="Text Placeholder 3"/>
          <p:cNvSpPr>
            <a:spLocks noGrp="1"/>
          </p:cNvSpPr>
          <p:nvPr>
            <p:ph type="body" sz="quarter" idx="10" hasCustomPrompt="1"/>
          </p:nvPr>
        </p:nvSpPr>
        <p:spPr>
          <a:xfrm>
            <a:off x="6354764" y="960438"/>
            <a:ext cx="3914774" cy="3862387"/>
          </a:xfrm>
        </p:spPr>
        <p:txBody>
          <a:bodyPr wrap="square" lIns="0" tIns="0" rIns="0" bIns="0">
            <a:noAutofit/>
          </a:bodyPr>
          <a:lstStyle>
            <a:lvl1pPr marL="0" indent="0" defTabSz="517525">
              <a:buNone/>
              <a:defRPr sz="1800" spc="-50" baseline="0">
                <a:solidFill>
                  <a:schemeClr val="accent1"/>
                </a:solidFill>
              </a:defRPr>
            </a:lvl1pPr>
            <a:lvl2pPr marL="228600" indent="0">
              <a:buNone/>
              <a:defRPr sz="1800"/>
            </a:lvl2pPr>
            <a:lvl3pPr marL="457200" indent="0">
              <a:buNone/>
              <a:defRPr sz="1800"/>
            </a:lvl3pPr>
            <a:lvl4pPr marL="685800" indent="0">
              <a:buNone/>
              <a:defRPr sz="1800"/>
            </a:lvl4pPr>
            <a:lvl5pPr marL="914400" indent="0">
              <a:buNone/>
              <a:defRPr sz="1800"/>
            </a:lvl5pPr>
          </a:lstStyle>
          <a:p>
            <a:pPr lvl="0"/>
            <a:r>
              <a:rPr lang="en-US" dirty="0"/>
              <a:t>##	Section Title</a:t>
            </a:r>
          </a:p>
        </p:txBody>
      </p:sp>
    </p:spTree>
    <p:extLst>
      <p:ext uri="{BB962C8B-B14F-4D97-AF65-F5344CB8AC3E}">
        <p14:creationId xmlns:p14="http://schemas.microsoft.com/office/powerpoint/2010/main" val="1531337368"/>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ext Layou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65138" y="632779"/>
            <a:ext cx="11533187" cy="411162"/>
          </a:xfrm>
        </p:spPr>
        <p:txBody>
          <a:bodyPr wrap="square" lIns="0" tIns="0" rIns="0" bIns="0">
            <a:spAutoFit/>
          </a:bodyPr>
          <a:lstStyle>
            <a:lvl1pPr>
              <a:lnSpc>
                <a:spcPts val="3200"/>
              </a:lnSpc>
              <a:defRPr sz="2800">
                <a:solidFill>
                  <a:schemeClr val="tx1"/>
                </a:solidFill>
              </a:defRPr>
            </a:lvl1pPr>
          </a:lstStyle>
          <a:p>
            <a:r>
              <a:rPr lang="en-US" dirty="0"/>
              <a:t>Heading Segoe UI </a:t>
            </a:r>
            <a:r>
              <a:rPr lang="en-US" dirty="0" err="1"/>
              <a:t>Semibold</a:t>
            </a:r>
            <a:r>
              <a:rPr lang="en-US" dirty="0"/>
              <a:t> 28/32</a:t>
            </a:r>
          </a:p>
        </p:txBody>
      </p:sp>
      <p:sp>
        <p:nvSpPr>
          <p:cNvPr id="4" name="Text Placeholder 3"/>
          <p:cNvSpPr>
            <a:spLocks noGrp="1"/>
          </p:cNvSpPr>
          <p:nvPr>
            <p:ph type="body" sz="quarter" idx="10" hasCustomPrompt="1"/>
          </p:nvPr>
        </p:nvSpPr>
        <p:spPr>
          <a:xfrm>
            <a:off x="465138" y="1919804"/>
            <a:ext cx="11533187" cy="307777"/>
          </a:xfrm>
        </p:spPr>
        <p:txBody>
          <a:bodyPr wrap="square" lIns="0" tIns="0" rIns="0" bIns="0">
            <a:spAutoFit/>
          </a:bodyPr>
          <a:lstStyle>
            <a:lvl1pPr marL="0" indent="0">
              <a:lnSpc>
                <a:spcPts val="2400"/>
              </a:lnSpc>
              <a:buNone/>
              <a:defRPr sz="2000" b="0" i="0">
                <a:solidFill>
                  <a:schemeClr val="tx1"/>
                </a:solidFill>
                <a:latin typeface="+mn-lt"/>
              </a:defRPr>
            </a:lvl1pPr>
            <a:lvl2pPr marL="228600" indent="0">
              <a:buNone/>
              <a:defRPr/>
            </a:lvl2pPr>
            <a:lvl3pPr marL="457200" indent="0">
              <a:buNone/>
              <a:defRPr/>
            </a:lvl3pPr>
            <a:lvl4pPr marL="685800" indent="0">
              <a:buNone/>
              <a:defRPr/>
            </a:lvl4pPr>
            <a:lvl5pPr marL="914400" indent="0">
              <a:buNone/>
              <a:defRPr/>
            </a:lvl5pPr>
          </a:lstStyle>
          <a:p>
            <a:pPr lvl="0"/>
            <a:r>
              <a:rPr lang="en-US" dirty="0"/>
              <a:t>Large: subhead Segoe UI Regular 20/24</a:t>
            </a:r>
          </a:p>
        </p:txBody>
      </p:sp>
      <p:sp>
        <p:nvSpPr>
          <p:cNvPr id="5" name="Text Placeholder 4"/>
          <p:cNvSpPr>
            <a:spLocks noGrp="1"/>
          </p:cNvSpPr>
          <p:nvPr>
            <p:ph type="body" sz="quarter" idx="11" hasCustomPrompt="1"/>
          </p:nvPr>
        </p:nvSpPr>
        <p:spPr>
          <a:xfrm>
            <a:off x="465138" y="3214124"/>
            <a:ext cx="11533187" cy="461665"/>
          </a:xfrm>
        </p:spPr>
        <p:txBody>
          <a:bodyPr lIns="0" tIns="0" rIns="0" bIns="0"/>
          <a:lstStyle>
            <a:lvl1pPr marL="0" indent="0">
              <a:lnSpc>
                <a:spcPts val="1800"/>
              </a:lnSpc>
              <a:spcBef>
                <a:spcPts val="0"/>
              </a:spcBef>
              <a:buNone/>
              <a:defRPr sz="1400" b="1">
                <a:solidFill>
                  <a:schemeClr val="tx1"/>
                </a:solidFill>
                <a:latin typeface="+mn-lt"/>
              </a:defRPr>
            </a:lvl1pPr>
            <a:lvl2pPr marL="0" indent="0">
              <a:lnSpc>
                <a:spcPts val="1800"/>
              </a:lnSpc>
              <a:spcBef>
                <a:spcPts val="0"/>
              </a:spcBef>
              <a:buNone/>
              <a:defRPr sz="1400">
                <a:solidFill>
                  <a:schemeClr val="tx1"/>
                </a:solidFill>
              </a:defRPr>
            </a:lvl2pPr>
            <a:lvl3pPr marL="457200" indent="0">
              <a:buNone/>
              <a:defRPr/>
            </a:lvl3pPr>
            <a:lvl4pPr marL="685800" indent="0">
              <a:buNone/>
              <a:defRPr/>
            </a:lvl4pPr>
            <a:lvl5pPr marL="914400" indent="0">
              <a:buNone/>
              <a:defRPr/>
            </a:lvl5pPr>
          </a:lstStyle>
          <a:p>
            <a:pPr lvl="0"/>
            <a:r>
              <a:rPr lang="en-US" dirty="0"/>
              <a:t>Medium: paragraph title Segoe UI bold 14/18</a:t>
            </a:r>
          </a:p>
          <a:p>
            <a:pPr lvl="1"/>
            <a:r>
              <a:rPr lang="en-US" dirty="0"/>
              <a:t>Body copy Segoe UI Regular 14/18</a:t>
            </a:r>
          </a:p>
        </p:txBody>
      </p:sp>
      <p:sp>
        <p:nvSpPr>
          <p:cNvPr id="7" name="Text Placeholder 6"/>
          <p:cNvSpPr>
            <a:spLocks noGrp="1"/>
          </p:cNvSpPr>
          <p:nvPr>
            <p:ph type="body" sz="quarter" idx="12" hasCustomPrompt="1"/>
          </p:nvPr>
        </p:nvSpPr>
        <p:spPr>
          <a:xfrm>
            <a:off x="465138" y="4477703"/>
            <a:ext cx="11533187" cy="307777"/>
          </a:xfrm>
        </p:spPr>
        <p:txBody>
          <a:bodyPr lIns="0" tIns="0" rIns="0" bIns="0"/>
          <a:lstStyle>
            <a:lvl1pPr marL="0" indent="0">
              <a:lnSpc>
                <a:spcPts val="1200"/>
              </a:lnSpc>
              <a:spcBef>
                <a:spcPts val="0"/>
              </a:spcBef>
              <a:buNone/>
              <a:defRPr sz="1000">
                <a:solidFill>
                  <a:schemeClr val="tx1"/>
                </a:solidFill>
              </a:defRPr>
            </a:lvl1pPr>
            <a:lvl2pPr marL="0" indent="0">
              <a:lnSpc>
                <a:spcPts val="1200"/>
              </a:lnSpc>
              <a:spcBef>
                <a:spcPts val="0"/>
              </a:spcBef>
              <a:buNone/>
              <a:defRPr sz="1000">
                <a:solidFill>
                  <a:schemeClr val="tx1"/>
                </a:solidFill>
              </a:defRPr>
            </a:lvl2pPr>
            <a:lvl3pPr marL="457200" indent="0">
              <a:buNone/>
              <a:defRPr/>
            </a:lvl3pPr>
            <a:lvl4pPr marL="685800" indent="0">
              <a:buNone/>
              <a:defRPr/>
            </a:lvl4pPr>
            <a:lvl5pPr marL="914400" indent="0">
              <a:buNone/>
              <a:defRPr/>
            </a:lvl5pPr>
          </a:lstStyle>
          <a:p>
            <a:pPr lvl="0"/>
            <a:r>
              <a:rPr lang="en-US" dirty="0"/>
              <a:t>Small: caption title Segoe </a:t>
            </a:r>
            <a:r>
              <a:rPr lang="en-US" dirty="0" err="1"/>
              <a:t>Semibold</a:t>
            </a:r>
            <a:r>
              <a:rPr lang="en-US" dirty="0"/>
              <a:t> 10/12</a:t>
            </a:r>
          </a:p>
          <a:p>
            <a:pPr lvl="1"/>
            <a:r>
              <a:rPr lang="en-US" dirty="0"/>
              <a:t>Caption Segoe Regular 10/12</a:t>
            </a:r>
          </a:p>
        </p:txBody>
      </p:sp>
    </p:spTree>
    <p:extLst>
      <p:ext uri="{BB962C8B-B14F-4D97-AF65-F5344CB8AC3E}">
        <p14:creationId xmlns:p14="http://schemas.microsoft.com/office/powerpoint/2010/main" val="1660141622"/>
      </p:ext>
    </p:extLst>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ext option 1">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65138" y="632779"/>
            <a:ext cx="11533187" cy="411162"/>
          </a:xfrm>
        </p:spPr>
        <p:txBody>
          <a:bodyPr wrap="square" lIns="0" tIns="0" rIns="0" bIns="0">
            <a:spAutoFit/>
          </a:bodyPr>
          <a:lstStyle>
            <a:lvl1pPr>
              <a:lnSpc>
                <a:spcPts val="3200"/>
              </a:lnSpc>
              <a:defRPr sz="2800">
                <a:solidFill>
                  <a:srgbClr val="2F2F2F"/>
                </a:solidFill>
              </a:defRPr>
            </a:lvl1pPr>
          </a:lstStyle>
          <a:p>
            <a:r>
              <a:rPr lang="en-US" dirty="0"/>
              <a:t>Text option 1: three column bulleted list</a:t>
            </a:r>
          </a:p>
        </p:txBody>
      </p:sp>
      <p:sp>
        <p:nvSpPr>
          <p:cNvPr id="4" name="Text Placeholder 3"/>
          <p:cNvSpPr>
            <a:spLocks noGrp="1"/>
          </p:cNvSpPr>
          <p:nvPr>
            <p:ph type="body" sz="quarter" idx="10" hasCustomPrompt="1"/>
          </p:nvPr>
        </p:nvSpPr>
        <p:spPr>
          <a:xfrm>
            <a:off x="465138" y="1919804"/>
            <a:ext cx="7604125" cy="923330"/>
          </a:xfrm>
        </p:spPr>
        <p:txBody>
          <a:bodyPr wrap="square" lIns="0" tIns="0" rIns="0" bIns="0">
            <a:spAutoFit/>
          </a:bodyPr>
          <a:lstStyle>
            <a:lvl1pPr marL="0" indent="0">
              <a:lnSpc>
                <a:spcPts val="2400"/>
              </a:lnSpc>
              <a:buNone/>
              <a:defRPr sz="2000" b="0" i="0">
                <a:solidFill>
                  <a:schemeClr val="tx1"/>
                </a:solidFill>
                <a:latin typeface="+mn-lt"/>
              </a:defRPr>
            </a:lvl1pPr>
            <a:lvl2pPr marL="228600" indent="0">
              <a:buNone/>
              <a:defRPr/>
            </a:lvl2pPr>
            <a:lvl3pPr marL="457200" indent="0">
              <a:buNone/>
              <a:defRPr/>
            </a:lvl3pPr>
            <a:lvl4pPr marL="685800" indent="0">
              <a:buNone/>
              <a:defRPr/>
            </a:lvl4pPr>
            <a:lvl5pPr marL="914400" indent="0">
              <a:buNone/>
              <a:defRPr/>
            </a:lvl5pPr>
          </a:lstStyle>
          <a:p>
            <a:pPr lvl="0"/>
            <a:r>
              <a:rPr lang="en-US" dirty="0"/>
              <a:t>Subhead Segoe UI Regular 20/24. Dis </a:t>
            </a:r>
            <a:r>
              <a:rPr lang="en-US" dirty="0" err="1"/>
              <a:t>apid</a:t>
            </a:r>
            <a:r>
              <a:rPr lang="en-US" dirty="0"/>
              <a:t> </a:t>
            </a:r>
            <a:r>
              <a:rPr lang="en-US" dirty="0" err="1"/>
              <a:t>es</a:t>
            </a:r>
            <a:r>
              <a:rPr lang="en-US" dirty="0"/>
              <a:t> </a:t>
            </a:r>
            <a:r>
              <a:rPr lang="en-US" dirty="0" err="1"/>
              <a:t>simusanditis</a:t>
            </a:r>
            <a:r>
              <a:rPr lang="en-US" dirty="0"/>
              <a:t> </a:t>
            </a:r>
            <a:r>
              <a:rPr lang="en-US" dirty="0" err="1"/>
              <a:t>ea</a:t>
            </a:r>
            <a:r>
              <a:rPr lang="en-US" dirty="0"/>
              <a:t> ex et </a:t>
            </a:r>
            <a:r>
              <a:rPr lang="en-US" dirty="0" err="1"/>
              <a:t>illore</a:t>
            </a:r>
            <a:r>
              <a:rPr lang="en-US" dirty="0"/>
              <a:t>, </a:t>
            </a:r>
            <a:r>
              <a:rPr lang="en-US" dirty="0" err="1"/>
              <a:t>nectationet</a:t>
            </a:r>
            <a:r>
              <a:rPr lang="en-US" dirty="0"/>
              <a:t> </a:t>
            </a:r>
            <a:r>
              <a:rPr lang="en-US" dirty="0" err="1"/>
              <a:t>aut</a:t>
            </a:r>
            <a:r>
              <a:rPr lang="en-US" dirty="0"/>
              <a:t> </a:t>
            </a:r>
            <a:r>
              <a:rPr lang="en-US" dirty="0" err="1"/>
              <a:t>dic</a:t>
            </a:r>
            <a:r>
              <a:rPr lang="en-US" dirty="0"/>
              <a:t> </a:t>
            </a:r>
            <a:r>
              <a:rPr lang="en-US" dirty="0" err="1"/>
              <a:t>tem</a:t>
            </a:r>
            <a:r>
              <a:rPr lang="en-US" dirty="0"/>
              <a:t> </a:t>
            </a:r>
            <a:r>
              <a:rPr lang="en-US" dirty="0" err="1"/>
              <a:t>vit</a:t>
            </a:r>
            <a:r>
              <a:rPr lang="en-US" dirty="0"/>
              <a:t> </a:t>
            </a:r>
            <a:r>
              <a:rPr lang="en-US" dirty="0" err="1"/>
              <a:t>velestium</a:t>
            </a:r>
            <a:r>
              <a:rPr lang="en-US" dirty="0"/>
              <a:t> </a:t>
            </a:r>
            <a:r>
              <a:rPr lang="en-US" dirty="0" err="1"/>
              <a:t>reperro</a:t>
            </a:r>
            <a:r>
              <a:rPr lang="en-US" dirty="0"/>
              <a:t> </a:t>
            </a:r>
            <a:r>
              <a:rPr lang="en-US" dirty="0" err="1"/>
              <a:t>rroviduntion</a:t>
            </a:r>
            <a:r>
              <a:rPr lang="en-US" dirty="0"/>
              <a:t> </a:t>
            </a:r>
            <a:r>
              <a:rPr lang="en-US" dirty="0" err="1"/>
              <a:t>conem</a:t>
            </a:r>
            <a:r>
              <a:rPr lang="en-US" dirty="0"/>
              <a:t> </a:t>
            </a:r>
            <a:r>
              <a:rPr lang="en-US" dirty="0" err="1"/>
              <a:t>rehend</a:t>
            </a:r>
            <a:r>
              <a:rPr lang="en-US" dirty="0"/>
              <a:t>.</a:t>
            </a:r>
          </a:p>
        </p:txBody>
      </p:sp>
      <p:sp>
        <p:nvSpPr>
          <p:cNvPr id="5" name="Text Placeholder 4"/>
          <p:cNvSpPr>
            <a:spLocks noGrp="1"/>
          </p:cNvSpPr>
          <p:nvPr>
            <p:ph type="body" sz="quarter" idx="11" hasCustomPrompt="1"/>
          </p:nvPr>
        </p:nvSpPr>
        <p:spPr>
          <a:xfrm>
            <a:off x="465138" y="3214124"/>
            <a:ext cx="3690937" cy="2731517"/>
          </a:xfrm>
        </p:spPr>
        <p:txBody>
          <a:bodyPr lIns="0" tIns="0" rIns="0" bIns="0"/>
          <a:lstStyle>
            <a:lvl1pPr marL="0" indent="0">
              <a:lnSpc>
                <a:spcPts val="1800"/>
              </a:lnSpc>
              <a:spcBef>
                <a:spcPts val="900"/>
              </a:spcBef>
              <a:buNone/>
              <a:defRPr sz="1400" b="1">
                <a:solidFill>
                  <a:schemeClr val="accent1"/>
                </a:solidFill>
                <a:latin typeface="+mn-lt"/>
              </a:defRPr>
            </a:lvl1pPr>
            <a:lvl2pPr marL="285750" marR="0" indent="-285750" algn="l" defTabSz="932742" rtl="0" eaLnBrk="1" fontAlgn="auto" latinLnBrk="0" hangingPunct="1">
              <a:lnSpc>
                <a:spcPts val="1800"/>
              </a:lnSpc>
              <a:spcBef>
                <a:spcPts val="450"/>
              </a:spcBef>
              <a:spcAft>
                <a:spcPts val="0"/>
              </a:spcAft>
              <a:buClrTx/>
              <a:buSzPct val="90000"/>
              <a:buFont typeface="Arial" panose="020B0604020202020204" pitchFamily="34" charset="0"/>
              <a:buChar char="•"/>
              <a:tabLst/>
              <a:defRPr sz="1400">
                <a:solidFill>
                  <a:schemeClr val="tx1"/>
                </a:solidFill>
              </a:defRPr>
            </a:lvl2pPr>
            <a:lvl3pPr marL="457200" indent="0">
              <a:buNone/>
              <a:defRPr/>
            </a:lvl3pPr>
            <a:lvl4pPr marL="685800" indent="0">
              <a:buNone/>
              <a:defRPr/>
            </a:lvl4pPr>
            <a:lvl5pPr marL="914400" indent="0">
              <a:buNone/>
              <a:defRPr/>
            </a:lvl5pPr>
          </a:lstStyle>
          <a:p>
            <a:pPr lvl="0"/>
            <a:r>
              <a:rPr lang="en-US" dirty="0"/>
              <a:t>Paragraph title Segoe UI bold 14</a:t>
            </a:r>
          </a:p>
          <a:p>
            <a:pPr lvl="1"/>
            <a:r>
              <a:rPr lang="en-US" dirty="0"/>
              <a:t>Body copy Segoe Regular 14/18.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r>
              <a:rPr lang="en-US" dirty="0" err="1"/>
              <a:t>autestiatur</a:t>
            </a:r>
            <a:r>
              <a:rPr lang="en-US" dirty="0"/>
              <a:t>. </a:t>
            </a:r>
            <a:r>
              <a:rPr lang="en-US" dirty="0" err="1"/>
              <a:t>Urestempor</a:t>
            </a:r>
            <a:r>
              <a:rPr lang="en-US" dirty="0"/>
              <a:t> </a:t>
            </a:r>
            <a:r>
              <a:rPr lang="en-US" dirty="0" err="1"/>
              <a:t>ra</a:t>
            </a:r>
            <a:r>
              <a:rPr lang="en-US" dirty="0"/>
              <a:t> </a:t>
            </a:r>
            <a:r>
              <a:rPr lang="en-US" dirty="0" err="1"/>
              <a:t>aut</a:t>
            </a:r>
            <a:r>
              <a:rPr lang="en-US" dirty="0"/>
              <a:t> </a:t>
            </a:r>
            <a:r>
              <a:rPr lang="en-US" dirty="0" err="1"/>
              <a:t>velique</a:t>
            </a:r>
            <a:r>
              <a:rPr lang="en-US" dirty="0"/>
              <a:t> </a:t>
            </a:r>
            <a:r>
              <a:rPr lang="en-US" dirty="0" err="1"/>
              <a:t>perum</a:t>
            </a:r>
            <a:r>
              <a:rPr lang="en-US" dirty="0"/>
              <a:t> </a:t>
            </a:r>
            <a:r>
              <a:rPr lang="en-US" dirty="0" err="1"/>
              <a:t>enim</a:t>
            </a:r>
            <a:r>
              <a:rPr lang="en-US" dirty="0"/>
              <a:t> qui </a:t>
            </a:r>
            <a:r>
              <a:rPr lang="en-US" dirty="0" err="1"/>
              <a:t>omnimus</a:t>
            </a:r>
            <a:r>
              <a:rPr lang="en-US" dirty="0"/>
              <a:t>, </a:t>
            </a:r>
            <a:r>
              <a:rPr lang="en-US" dirty="0" err="1"/>
              <a:t>sunt</a:t>
            </a:r>
            <a:r>
              <a:rPr lang="en-US" dirty="0"/>
              <a:t> </a:t>
            </a:r>
            <a:r>
              <a:rPr lang="en-US" dirty="0" err="1"/>
              <a:t>fuga</a:t>
            </a:r>
            <a:r>
              <a:rPr lang="en-US" dirty="0"/>
              <a:t>.</a:t>
            </a:r>
          </a:p>
          <a:p>
            <a:pPr lvl="1"/>
            <a:endParaRPr lang="en-US" dirty="0"/>
          </a:p>
          <a:p>
            <a:pPr marL="285750" marR="0" lvl="1" indent="-285750" algn="l" defTabSz="932742" rtl="0" eaLnBrk="1" fontAlgn="auto" latinLnBrk="0" hangingPunct="1">
              <a:lnSpc>
                <a:spcPts val="1800"/>
              </a:lnSpc>
              <a:spcBef>
                <a:spcPts val="13"/>
              </a:spcBef>
              <a:spcAft>
                <a:spcPts val="0"/>
              </a:spcAft>
              <a:buClrTx/>
              <a:buSzPct val="90000"/>
              <a:buFont typeface="Arial" panose="020B0604020202020204" pitchFamily="34" charset="0"/>
              <a:buChar char="•"/>
              <a:tabLst/>
              <a:defRPr/>
            </a:pPr>
            <a:r>
              <a:rPr lang="en-US" dirty="0"/>
              <a:t>Body copy Segoe Regular 14/18.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r>
              <a:rPr lang="en-US" dirty="0" err="1"/>
              <a:t>autestiatur</a:t>
            </a:r>
            <a:r>
              <a:rPr lang="en-US" dirty="0"/>
              <a:t>. </a:t>
            </a:r>
            <a:r>
              <a:rPr lang="en-US" dirty="0" err="1"/>
              <a:t>Urestempor</a:t>
            </a:r>
            <a:r>
              <a:rPr lang="en-US" dirty="0"/>
              <a:t> </a:t>
            </a:r>
            <a:r>
              <a:rPr lang="en-US" dirty="0" err="1"/>
              <a:t>ra</a:t>
            </a:r>
            <a:r>
              <a:rPr lang="en-US" dirty="0"/>
              <a:t> </a:t>
            </a:r>
            <a:r>
              <a:rPr lang="en-US" dirty="0" err="1"/>
              <a:t>aut</a:t>
            </a:r>
            <a:r>
              <a:rPr lang="en-US" dirty="0"/>
              <a:t> </a:t>
            </a:r>
            <a:r>
              <a:rPr lang="en-US" dirty="0" err="1"/>
              <a:t>velique</a:t>
            </a:r>
            <a:r>
              <a:rPr lang="en-US" dirty="0"/>
              <a:t> </a:t>
            </a:r>
            <a:r>
              <a:rPr lang="en-US" dirty="0" err="1"/>
              <a:t>perum</a:t>
            </a:r>
            <a:r>
              <a:rPr lang="en-US" dirty="0"/>
              <a:t> </a:t>
            </a:r>
            <a:r>
              <a:rPr lang="en-US" dirty="0" err="1"/>
              <a:t>enim</a:t>
            </a:r>
            <a:r>
              <a:rPr lang="en-US" dirty="0"/>
              <a:t> qui </a:t>
            </a:r>
            <a:r>
              <a:rPr lang="en-US" dirty="0" err="1"/>
              <a:t>omnimus</a:t>
            </a:r>
            <a:r>
              <a:rPr lang="en-US" dirty="0"/>
              <a:t>, </a:t>
            </a:r>
            <a:r>
              <a:rPr lang="en-US" dirty="0" err="1"/>
              <a:t>sunt</a:t>
            </a:r>
            <a:r>
              <a:rPr lang="en-US" dirty="0"/>
              <a:t> </a:t>
            </a:r>
            <a:r>
              <a:rPr lang="en-US" dirty="0" err="1"/>
              <a:t>fuga</a:t>
            </a:r>
            <a:r>
              <a:rPr lang="en-US" dirty="0"/>
              <a:t>.</a:t>
            </a:r>
          </a:p>
          <a:p>
            <a:pPr lvl="1"/>
            <a:endParaRPr lang="en-US" dirty="0"/>
          </a:p>
        </p:txBody>
      </p:sp>
      <p:sp>
        <p:nvSpPr>
          <p:cNvPr id="6" name="Text Placeholder 4"/>
          <p:cNvSpPr>
            <a:spLocks noGrp="1"/>
          </p:cNvSpPr>
          <p:nvPr>
            <p:ph type="body" sz="quarter" idx="12" hasCustomPrompt="1"/>
          </p:nvPr>
        </p:nvSpPr>
        <p:spPr>
          <a:xfrm>
            <a:off x="4399597" y="3223704"/>
            <a:ext cx="3669666" cy="2731517"/>
          </a:xfrm>
        </p:spPr>
        <p:txBody>
          <a:bodyPr lIns="0" tIns="0" rIns="0" bIns="0"/>
          <a:lstStyle>
            <a:lvl1pPr marL="0" marR="0" indent="0" algn="l" defTabSz="932742" rtl="0" eaLnBrk="1" fontAlgn="auto" latinLnBrk="0" hangingPunct="1">
              <a:lnSpc>
                <a:spcPts val="1800"/>
              </a:lnSpc>
              <a:spcBef>
                <a:spcPts val="900"/>
              </a:spcBef>
              <a:spcAft>
                <a:spcPts val="0"/>
              </a:spcAft>
              <a:buClrTx/>
              <a:buSzPct val="90000"/>
              <a:buFont typeface="Wingdings" panose="05000000000000000000" pitchFamily="2" charset="2"/>
              <a:buNone/>
              <a:tabLst/>
              <a:defRPr lang="en-US" sz="1400" b="1" kern="1200" spc="0" baseline="0" dirty="0">
                <a:solidFill>
                  <a:schemeClr val="accent1"/>
                </a:solidFill>
                <a:latin typeface="+mn-lt"/>
                <a:ea typeface="+mn-ea"/>
                <a:cs typeface="+mn-cs"/>
              </a:defRPr>
            </a:lvl1pPr>
            <a:lvl2pPr marL="285750" marR="0" indent="-285750" algn="l" defTabSz="932742" rtl="0" eaLnBrk="1" fontAlgn="auto" latinLnBrk="0" hangingPunct="1">
              <a:lnSpc>
                <a:spcPts val="1800"/>
              </a:lnSpc>
              <a:spcBef>
                <a:spcPts val="450"/>
              </a:spcBef>
              <a:spcAft>
                <a:spcPts val="0"/>
              </a:spcAft>
              <a:buClrTx/>
              <a:buSzPct val="90000"/>
              <a:buFont typeface="Arial" panose="020B0604020202020204" pitchFamily="34" charset="0"/>
              <a:buChar char="•"/>
              <a:tabLst/>
              <a:defRPr sz="1400">
                <a:solidFill>
                  <a:schemeClr val="tx1"/>
                </a:solidFill>
              </a:defRPr>
            </a:lvl2pPr>
            <a:lvl3pPr marL="457200" indent="0">
              <a:buNone/>
              <a:defRPr/>
            </a:lvl3pPr>
            <a:lvl4pPr marL="685800" indent="0">
              <a:buNone/>
              <a:defRPr/>
            </a:lvl4pPr>
            <a:lvl5pPr marL="914400" indent="0">
              <a:buNone/>
              <a:defRPr/>
            </a:lvl5pPr>
          </a:lstStyle>
          <a:p>
            <a:pPr marL="0" marR="0" lvl="0" indent="0" algn="l" defTabSz="932742" rtl="0" eaLnBrk="1" fontAlgn="auto" latinLnBrk="0" hangingPunct="1">
              <a:lnSpc>
                <a:spcPts val="1800"/>
              </a:lnSpc>
              <a:spcBef>
                <a:spcPts val="900"/>
              </a:spcBef>
              <a:spcAft>
                <a:spcPts val="0"/>
              </a:spcAft>
              <a:buClrTx/>
              <a:buSzPct val="90000"/>
              <a:buFont typeface="Wingdings" panose="05000000000000000000" pitchFamily="2" charset="2"/>
              <a:buNone/>
              <a:tabLst/>
            </a:pPr>
            <a:r>
              <a:rPr lang="en-US" dirty="0"/>
              <a:t>Paragraph title Segoe UI bold 14</a:t>
            </a:r>
          </a:p>
          <a:p>
            <a:pPr lvl="1"/>
            <a:r>
              <a:rPr lang="en-US" dirty="0"/>
              <a:t>Body copy Segoe Regular 14/18.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r>
              <a:rPr lang="en-US" dirty="0" err="1"/>
              <a:t>autestiatur</a:t>
            </a:r>
            <a:r>
              <a:rPr lang="en-US" dirty="0"/>
              <a:t>. </a:t>
            </a:r>
            <a:r>
              <a:rPr lang="en-US" dirty="0" err="1"/>
              <a:t>Urestempor</a:t>
            </a:r>
            <a:r>
              <a:rPr lang="en-US" dirty="0"/>
              <a:t> </a:t>
            </a:r>
            <a:r>
              <a:rPr lang="en-US" dirty="0" err="1"/>
              <a:t>ra</a:t>
            </a:r>
            <a:r>
              <a:rPr lang="en-US" dirty="0"/>
              <a:t> </a:t>
            </a:r>
            <a:r>
              <a:rPr lang="en-US" dirty="0" err="1"/>
              <a:t>aut</a:t>
            </a:r>
            <a:r>
              <a:rPr lang="en-US" dirty="0"/>
              <a:t> </a:t>
            </a:r>
            <a:r>
              <a:rPr lang="en-US" dirty="0" err="1"/>
              <a:t>velique</a:t>
            </a:r>
            <a:r>
              <a:rPr lang="en-US" dirty="0"/>
              <a:t> </a:t>
            </a:r>
            <a:r>
              <a:rPr lang="en-US" dirty="0" err="1"/>
              <a:t>perum</a:t>
            </a:r>
            <a:r>
              <a:rPr lang="en-US" dirty="0"/>
              <a:t> </a:t>
            </a:r>
            <a:r>
              <a:rPr lang="en-US" dirty="0" err="1"/>
              <a:t>enim</a:t>
            </a:r>
            <a:r>
              <a:rPr lang="en-US" dirty="0"/>
              <a:t> qui </a:t>
            </a:r>
            <a:r>
              <a:rPr lang="en-US" dirty="0" err="1"/>
              <a:t>omnimus</a:t>
            </a:r>
            <a:r>
              <a:rPr lang="en-US" dirty="0"/>
              <a:t>, </a:t>
            </a:r>
            <a:r>
              <a:rPr lang="en-US" dirty="0" err="1"/>
              <a:t>sunt</a:t>
            </a:r>
            <a:r>
              <a:rPr lang="en-US" dirty="0"/>
              <a:t> </a:t>
            </a:r>
            <a:r>
              <a:rPr lang="en-US" dirty="0" err="1"/>
              <a:t>fuga</a:t>
            </a:r>
            <a:r>
              <a:rPr lang="en-US" dirty="0"/>
              <a:t>.</a:t>
            </a:r>
          </a:p>
          <a:p>
            <a:pPr lvl="1"/>
            <a:endParaRPr lang="en-US" dirty="0"/>
          </a:p>
          <a:p>
            <a:pPr marL="285750" marR="0" lvl="1" indent="-285750" algn="l" defTabSz="932742" rtl="0" eaLnBrk="1" fontAlgn="auto" latinLnBrk="0" hangingPunct="1">
              <a:lnSpc>
                <a:spcPts val="1800"/>
              </a:lnSpc>
              <a:spcBef>
                <a:spcPts val="13"/>
              </a:spcBef>
              <a:spcAft>
                <a:spcPts val="0"/>
              </a:spcAft>
              <a:buClrTx/>
              <a:buSzPct val="90000"/>
              <a:buFont typeface="Arial" panose="020B0604020202020204" pitchFamily="34" charset="0"/>
              <a:buChar char="•"/>
              <a:tabLst/>
              <a:defRPr/>
            </a:pPr>
            <a:r>
              <a:rPr lang="en-US" dirty="0"/>
              <a:t>Body copy Segoe Regular 14/18.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r>
              <a:rPr lang="en-US" dirty="0" err="1"/>
              <a:t>autestiatur</a:t>
            </a:r>
            <a:r>
              <a:rPr lang="en-US" dirty="0"/>
              <a:t>. </a:t>
            </a:r>
            <a:r>
              <a:rPr lang="en-US" dirty="0" err="1"/>
              <a:t>Urestempor</a:t>
            </a:r>
            <a:r>
              <a:rPr lang="en-US" dirty="0"/>
              <a:t> </a:t>
            </a:r>
            <a:r>
              <a:rPr lang="en-US" dirty="0" err="1"/>
              <a:t>ra</a:t>
            </a:r>
            <a:r>
              <a:rPr lang="en-US" dirty="0"/>
              <a:t> </a:t>
            </a:r>
            <a:r>
              <a:rPr lang="en-US" dirty="0" err="1"/>
              <a:t>aut</a:t>
            </a:r>
            <a:r>
              <a:rPr lang="en-US" dirty="0"/>
              <a:t> </a:t>
            </a:r>
            <a:r>
              <a:rPr lang="en-US" dirty="0" err="1"/>
              <a:t>velique</a:t>
            </a:r>
            <a:r>
              <a:rPr lang="en-US" dirty="0"/>
              <a:t> </a:t>
            </a:r>
            <a:r>
              <a:rPr lang="en-US" dirty="0" err="1"/>
              <a:t>perum</a:t>
            </a:r>
            <a:r>
              <a:rPr lang="en-US" dirty="0"/>
              <a:t> </a:t>
            </a:r>
            <a:r>
              <a:rPr lang="en-US" dirty="0" err="1"/>
              <a:t>enim</a:t>
            </a:r>
            <a:r>
              <a:rPr lang="en-US" dirty="0"/>
              <a:t> qui </a:t>
            </a:r>
            <a:r>
              <a:rPr lang="en-US" dirty="0" err="1"/>
              <a:t>omnimus</a:t>
            </a:r>
            <a:r>
              <a:rPr lang="en-US" dirty="0"/>
              <a:t>, </a:t>
            </a:r>
            <a:r>
              <a:rPr lang="en-US" dirty="0" err="1"/>
              <a:t>sunt</a:t>
            </a:r>
            <a:r>
              <a:rPr lang="en-US" dirty="0"/>
              <a:t> </a:t>
            </a:r>
            <a:r>
              <a:rPr lang="en-US" dirty="0" err="1"/>
              <a:t>fuga</a:t>
            </a:r>
            <a:r>
              <a:rPr lang="en-US" dirty="0"/>
              <a:t>.</a:t>
            </a:r>
          </a:p>
          <a:p>
            <a:pPr lvl="1"/>
            <a:endParaRPr lang="en-US" dirty="0"/>
          </a:p>
        </p:txBody>
      </p:sp>
      <p:sp>
        <p:nvSpPr>
          <p:cNvPr id="8" name="Text Placeholder 4"/>
          <p:cNvSpPr>
            <a:spLocks noGrp="1"/>
          </p:cNvSpPr>
          <p:nvPr>
            <p:ph type="body" sz="quarter" idx="13" hasCustomPrompt="1"/>
          </p:nvPr>
        </p:nvSpPr>
        <p:spPr>
          <a:xfrm>
            <a:off x="8303577" y="3214124"/>
            <a:ext cx="3694748" cy="2731517"/>
          </a:xfrm>
        </p:spPr>
        <p:txBody>
          <a:bodyPr lIns="0" tIns="0" rIns="0" bIns="0"/>
          <a:lstStyle>
            <a:lvl1pPr marL="0" indent="0">
              <a:lnSpc>
                <a:spcPts val="1800"/>
              </a:lnSpc>
              <a:spcBef>
                <a:spcPts val="900"/>
              </a:spcBef>
              <a:buNone/>
              <a:defRPr lang="en-US" sz="1400" b="1" kern="1200" spc="0" baseline="0" dirty="0">
                <a:solidFill>
                  <a:schemeClr val="accent1"/>
                </a:solidFill>
                <a:latin typeface="+mn-lt"/>
                <a:ea typeface="+mn-ea"/>
                <a:cs typeface="+mn-cs"/>
              </a:defRPr>
            </a:lvl1pPr>
            <a:lvl2pPr marL="285750" marR="0" indent="-285750" algn="l" defTabSz="932742" rtl="0" eaLnBrk="1" fontAlgn="auto" latinLnBrk="0" hangingPunct="1">
              <a:lnSpc>
                <a:spcPts val="1800"/>
              </a:lnSpc>
              <a:spcBef>
                <a:spcPts val="450"/>
              </a:spcBef>
              <a:spcAft>
                <a:spcPts val="0"/>
              </a:spcAft>
              <a:buClrTx/>
              <a:buSzPct val="90000"/>
              <a:buFont typeface="Arial" panose="020B0604020202020204" pitchFamily="34" charset="0"/>
              <a:buChar char="•"/>
              <a:tabLst/>
              <a:defRPr sz="1400">
                <a:solidFill>
                  <a:schemeClr val="tx1"/>
                </a:solidFill>
              </a:defRPr>
            </a:lvl2pPr>
            <a:lvl3pPr marL="457200" indent="0">
              <a:buNone/>
              <a:defRPr/>
            </a:lvl3pPr>
            <a:lvl4pPr marL="685800" indent="0">
              <a:buNone/>
              <a:defRPr/>
            </a:lvl4pPr>
            <a:lvl5pPr marL="914400" indent="0">
              <a:buNone/>
              <a:defRPr/>
            </a:lvl5pPr>
          </a:lstStyle>
          <a:p>
            <a:pPr marL="0" marR="0" lvl="0" indent="0" algn="l" defTabSz="932742" rtl="0" eaLnBrk="1" fontAlgn="auto" latinLnBrk="0" hangingPunct="1">
              <a:lnSpc>
                <a:spcPts val="1800"/>
              </a:lnSpc>
              <a:spcBef>
                <a:spcPts val="900"/>
              </a:spcBef>
              <a:spcAft>
                <a:spcPts val="0"/>
              </a:spcAft>
              <a:buClrTx/>
              <a:buSzPct val="90000"/>
              <a:buFont typeface="Wingdings" panose="05000000000000000000" pitchFamily="2" charset="2"/>
              <a:buNone/>
              <a:tabLst/>
            </a:pPr>
            <a:r>
              <a:rPr lang="en-US" dirty="0"/>
              <a:t>Paragraph title Segoe UI bold 14</a:t>
            </a:r>
          </a:p>
          <a:p>
            <a:pPr lvl="1"/>
            <a:r>
              <a:rPr lang="en-US" dirty="0"/>
              <a:t>Body copy Segoe Regular 14/18.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r>
              <a:rPr lang="en-US" dirty="0" err="1"/>
              <a:t>autestiatur</a:t>
            </a:r>
            <a:r>
              <a:rPr lang="en-US" dirty="0"/>
              <a:t>. </a:t>
            </a:r>
            <a:r>
              <a:rPr lang="en-US" dirty="0" err="1"/>
              <a:t>Urestempor</a:t>
            </a:r>
            <a:r>
              <a:rPr lang="en-US" dirty="0"/>
              <a:t> </a:t>
            </a:r>
            <a:r>
              <a:rPr lang="en-US" dirty="0" err="1"/>
              <a:t>ra</a:t>
            </a:r>
            <a:r>
              <a:rPr lang="en-US" dirty="0"/>
              <a:t> </a:t>
            </a:r>
            <a:r>
              <a:rPr lang="en-US" dirty="0" err="1"/>
              <a:t>aut</a:t>
            </a:r>
            <a:r>
              <a:rPr lang="en-US" dirty="0"/>
              <a:t> </a:t>
            </a:r>
            <a:r>
              <a:rPr lang="en-US" dirty="0" err="1"/>
              <a:t>velique</a:t>
            </a:r>
            <a:r>
              <a:rPr lang="en-US" dirty="0"/>
              <a:t> </a:t>
            </a:r>
            <a:r>
              <a:rPr lang="en-US" dirty="0" err="1"/>
              <a:t>perum</a:t>
            </a:r>
            <a:r>
              <a:rPr lang="en-US" dirty="0"/>
              <a:t> </a:t>
            </a:r>
            <a:r>
              <a:rPr lang="en-US" dirty="0" err="1"/>
              <a:t>enim</a:t>
            </a:r>
            <a:r>
              <a:rPr lang="en-US" dirty="0"/>
              <a:t> qui </a:t>
            </a:r>
            <a:r>
              <a:rPr lang="en-US" dirty="0" err="1"/>
              <a:t>omnimus</a:t>
            </a:r>
            <a:r>
              <a:rPr lang="en-US" dirty="0"/>
              <a:t>, </a:t>
            </a:r>
            <a:r>
              <a:rPr lang="en-US" dirty="0" err="1"/>
              <a:t>sunt</a:t>
            </a:r>
            <a:r>
              <a:rPr lang="en-US" dirty="0"/>
              <a:t> </a:t>
            </a:r>
            <a:r>
              <a:rPr lang="en-US" dirty="0" err="1"/>
              <a:t>fuga</a:t>
            </a:r>
            <a:r>
              <a:rPr lang="en-US" dirty="0"/>
              <a:t>.</a:t>
            </a:r>
          </a:p>
          <a:p>
            <a:pPr lvl="1"/>
            <a:endParaRPr lang="en-US" dirty="0"/>
          </a:p>
          <a:p>
            <a:pPr marL="285750" marR="0" lvl="1" indent="-285750" algn="l" defTabSz="932742" rtl="0" eaLnBrk="1" fontAlgn="auto" latinLnBrk="0" hangingPunct="1">
              <a:lnSpc>
                <a:spcPts val="1800"/>
              </a:lnSpc>
              <a:spcBef>
                <a:spcPts val="13"/>
              </a:spcBef>
              <a:spcAft>
                <a:spcPts val="0"/>
              </a:spcAft>
              <a:buClrTx/>
              <a:buSzPct val="90000"/>
              <a:buFont typeface="Arial" panose="020B0604020202020204" pitchFamily="34" charset="0"/>
              <a:buChar char="•"/>
              <a:tabLst/>
              <a:defRPr/>
            </a:pPr>
            <a:r>
              <a:rPr lang="en-US" dirty="0"/>
              <a:t>Body copy Segoe Regular 14/18.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r>
              <a:rPr lang="en-US" dirty="0" err="1"/>
              <a:t>autestiatur</a:t>
            </a:r>
            <a:r>
              <a:rPr lang="en-US" dirty="0"/>
              <a:t>. </a:t>
            </a:r>
            <a:r>
              <a:rPr lang="en-US" dirty="0" err="1"/>
              <a:t>Urestempor</a:t>
            </a:r>
            <a:r>
              <a:rPr lang="en-US" dirty="0"/>
              <a:t> </a:t>
            </a:r>
            <a:r>
              <a:rPr lang="en-US" dirty="0" err="1"/>
              <a:t>ra</a:t>
            </a:r>
            <a:r>
              <a:rPr lang="en-US" dirty="0"/>
              <a:t> </a:t>
            </a:r>
            <a:r>
              <a:rPr lang="en-US" dirty="0" err="1"/>
              <a:t>aut</a:t>
            </a:r>
            <a:r>
              <a:rPr lang="en-US" dirty="0"/>
              <a:t> </a:t>
            </a:r>
            <a:r>
              <a:rPr lang="en-US" dirty="0" err="1"/>
              <a:t>velique</a:t>
            </a:r>
            <a:r>
              <a:rPr lang="en-US" dirty="0"/>
              <a:t> </a:t>
            </a:r>
            <a:r>
              <a:rPr lang="en-US" dirty="0" err="1"/>
              <a:t>perum</a:t>
            </a:r>
            <a:r>
              <a:rPr lang="en-US" dirty="0"/>
              <a:t> </a:t>
            </a:r>
            <a:r>
              <a:rPr lang="en-US" dirty="0" err="1"/>
              <a:t>enim</a:t>
            </a:r>
            <a:r>
              <a:rPr lang="en-US" dirty="0"/>
              <a:t> qui </a:t>
            </a:r>
            <a:r>
              <a:rPr lang="en-US" dirty="0" err="1"/>
              <a:t>omnimus</a:t>
            </a:r>
            <a:r>
              <a:rPr lang="en-US" dirty="0"/>
              <a:t>, </a:t>
            </a:r>
            <a:r>
              <a:rPr lang="en-US" dirty="0" err="1"/>
              <a:t>sunt</a:t>
            </a:r>
            <a:r>
              <a:rPr lang="en-US" dirty="0"/>
              <a:t> </a:t>
            </a:r>
            <a:r>
              <a:rPr lang="en-US" dirty="0" err="1"/>
              <a:t>fuga</a:t>
            </a:r>
            <a:r>
              <a:rPr lang="en-US" dirty="0"/>
              <a:t>.</a:t>
            </a:r>
          </a:p>
          <a:p>
            <a:pPr lvl="1"/>
            <a:endParaRPr lang="en-US" dirty="0"/>
          </a:p>
        </p:txBody>
      </p:sp>
    </p:spTree>
    <p:extLst>
      <p:ext uri="{BB962C8B-B14F-4D97-AF65-F5344CB8AC3E}">
        <p14:creationId xmlns:p14="http://schemas.microsoft.com/office/powerpoint/2010/main" val="4086938917"/>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ext option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65138" y="632779"/>
            <a:ext cx="11533187" cy="411162"/>
          </a:xfrm>
        </p:spPr>
        <p:txBody>
          <a:bodyPr wrap="square" lIns="0" tIns="0" rIns="0" bIns="0">
            <a:spAutoFit/>
          </a:bodyPr>
          <a:lstStyle>
            <a:lvl1pPr>
              <a:lnSpc>
                <a:spcPts val="3200"/>
              </a:lnSpc>
              <a:defRPr sz="2800">
                <a:solidFill>
                  <a:srgbClr val="2F2F2F"/>
                </a:solidFill>
              </a:defRPr>
            </a:lvl1pPr>
          </a:lstStyle>
          <a:p>
            <a:r>
              <a:rPr lang="en-US" dirty="0"/>
              <a:t>Text option 2: two columns copy heavy</a:t>
            </a:r>
          </a:p>
        </p:txBody>
      </p:sp>
      <p:sp>
        <p:nvSpPr>
          <p:cNvPr id="5" name="Text Placeholder 4"/>
          <p:cNvSpPr>
            <a:spLocks noGrp="1"/>
          </p:cNvSpPr>
          <p:nvPr>
            <p:ph type="body" sz="quarter" idx="11" hasCustomPrompt="1"/>
          </p:nvPr>
        </p:nvSpPr>
        <p:spPr>
          <a:xfrm>
            <a:off x="465138" y="2005456"/>
            <a:ext cx="5653087" cy="3868623"/>
          </a:xfrm>
        </p:spPr>
        <p:txBody>
          <a:bodyPr lIns="0" tIns="0" rIns="0" bIns="0"/>
          <a:lstStyle>
            <a:lvl1pPr marL="0" indent="0">
              <a:lnSpc>
                <a:spcPts val="1800"/>
              </a:lnSpc>
              <a:spcBef>
                <a:spcPts val="900"/>
              </a:spcBef>
              <a:buNone/>
              <a:defRPr lang="en-US" sz="1400" b="1" kern="1200" spc="0" baseline="0" dirty="0">
                <a:solidFill>
                  <a:schemeClr val="accent1"/>
                </a:solidFill>
                <a:latin typeface="+mn-lt"/>
                <a:ea typeface="+mn-ea"/>
                <a:cs typeface="+mn-cs"/>
              </a:defRPr>
            </a:lvl1pPr>
            <a:lvl2pPr marL="0" marR="0" indent="0" algn="l" defTabSz="932742" rtl="0" eaLnBrk="1" fontAlgn="auto" latinLnBrk="0" hangingPunct="1">
              <a:lnSpc>
                <a:spcPts val="1800"/>
              </a:lnSpc>
              <a:spcBef>
                <a:spcPts val="450"/>
              </a:spcBef>
              <a:spcAft>
                <a:spcPts val="0"/>
              </a:spcAft>
              <a:buClrTx/>
              <a:buSzPct val="90000"/>
              <a:buFont typeface="Arial" panose="020B0604020202020204" pitchFamily="34" charset="0"/>
              <a:buNone/>
              <a:tabLst/>
              <a:defRPr sz="1400">
                <a:solidFill>
                  <a:schemeClr val="tx1"/>
                </a:solidFill>
              </a:defRPr>
            </a:lvl2pPr>
            <a:lvl3pPr marL="457200" indent="0">
              <a:buNone/>
              <a:defRPr/>
            </a:lvl3pPr>
            <a:lvl4pPr marL="685800" indent="0">
              <a:buNone/>
              <a:defRPr/>
            </a:lvl4pPr>
            <a:lvl5pPr marL="914400" indent="0">
              <a:buNone/>
              <a:defRPr/>
            </a:lvl5pPr>
          </a:lstStyle>
          <a:p>
            <a:pPr marL="0" marR="0" lvl="0" indent="0" algn="l" defTabSz="932742" rtl="0" eaLnBrk="1" fontAlgn="auto" latinLnBrk="0" hangingPunct="1">
              <a:lnSpc>
                <a:spcPts val="1800"/>
              </a:lnSpc>
              <a:spcBef>
                <a:spcPts val="900"/>
              </a:spcBef>
              <a:spcAft>
                <a:spcPts val="0"/>
              </a:spcAft>
              <a:buClrTx/>
              <a:buSzPct val="90000"/>
              <a:buFont typeface="Wingdings" panose="05000000000000000000" pitchFamily="2" charset="2"/>
              <a:buNone/>
              <a:tabLst/>
            </a:pPr>
            <a:r>
              <a:rPr lang="en-US" dirty="0"/>
              <a:t>Paragraph title Segoe UI bold 14</a:t>
            </a:r>
          </a:p>
          <a:p>
            <a:pPr lvl="1"/>
            <a:r>
              <a:rPr lang="en-US" dirty="0"/>
              <a:t>Body copy Segoe Regular 14/18. Pa </a:t>
            </a:r>
            <a:r>
              <a:rPr lang="en-US" dirty="0" err="1"/>
              <a:t>consed</a:t>
            </a:r>
            <a:r>
              <a:rPr lang="en-US" dirty="0"/>
              <a:t> et </a:t>
            </a:r>
            <a:r>
              <a:rPr lang="en-US" dirty="0" err="1"/>
              <a:t>atur</a:t>
            </a:r>
            <a:r>
              <a:rPr lang="en-US" dirty="0"/>
              <a:t>. </a:t>
            </a:r>
            <a:r>
              <a:rPr lang="en-US" dirty="0" err="1"/>
              <a:t>Serion</a:t>
            </a:r>
            <a:r>
              <a:rPr lang="en-US" dirty="0"/>
              <a:t> </a:t>
            </a:r>
            <a:r>
              <a:rPr lang="en-US" dirty="0" err="1"/>
              <a:t>corepudi</a:t>
            </a:r>
            <a:r>
              <a:rPr lang="en-US" dirty="0"/>
              <a:t> dolor </a:t>
            </a:r>
            <a:r>
              <a:rPr lang="en-US" dirty="0" err="1"/>
              <a:t>adionse</a:t>
            </a:r>
            <a:r>
              <a:rPr lang="en-US" dirty="0"/>
              <a:t> </a:t>
            </a:r>
            <a:r>
              <a:rPr lang="en-US" dirty="0" err="1"/>
              <a:t>quibusame</a:t>
            </a:r>
            <a:r>
              <a:rPr lang="en-US" dirty="0"/>
              <a:t> </a:t>
            </a:r>
            <a:r>
              <a:rPr lang="en-US" dirty="0" err="1"/>
              <a:t>nullabora</a:t>
            </a:r>
            <a:r>
              <a:rPr lang="en-US" dirty="0"/>
              <a:t> </a:t>
            </a:r>
            <a:r>
              <a:rPr lang="en-US" dirty="0" err="1"/>
              <a:t>volent</a:t>
            </a:r>
            <a:r>
              <a:rPr lang="en-US" dirty="0"/>
              <a:t> </a:t>
            </a:r>
            <a:r>
              <a:rPr lang="en-US" dirty="0" err="1"/>
              <a:t>lignam</a:t>
            </a:r>
            <a:r>
              <a:rPr lang="en-US" dirty="0"/>
              <a:t> </a:t>
            </a:r>
            <a:r>
              <a:rPr lang="en-US" dirty="0" err="1"/>
              <a:t>entis</a:t>
            </a:r>
            <a:r>
              <a:rPr lang="en-US" dirty="0"/>
              <a:t> ape </a:t>
            </a:r>
            <a:r>
              <a:rPr lang="en-US" dirty="0" err="1"/>
              <a:t>dolores</a:t>
            </a:r>
            <a:r>
              <a:rPr lang="en-US" dirty="0"/>
              <a:t> se </a:t>
            </a:r>
            <a:r>
              <a:rPr lang="en-US" dirty="0" err="1"/>
              <a:t>voluptae</a:t>
            </a:r>
            <a:r>
              <a:rPr lang="en-US" dirty="0"/>
              <a:t> </a:t>
            </a:r>
            <a:r>
              <a:rPr lang="en-US" dirty="0" err="1"/>
              <a:t>nimolupti</a:t>
            </a:r>
            <a:r>
              <a:rPr lang="en-US" dirty="0"/>
              <a:t> </a:t>
            </a:r>
            <a:r>
              <a:rPr lang="en-US" dirty="0" err="1"/>
              <a:t>quam</a:t>
            </a:r>
            <a:r>
              <a:rPr lang="en-US" dirty="0"/>
              <a:t> </a:t>
            </a:r>
            <a:r>
              <a:rPr lang="en-US" dirty="0" err="1"/>
              <a:t>ium</a:t>
            </a:r>
            <a:r>
              <a:rPr lang="en-US" dirty="0"/>
              <a:t> </a:t>
            </a:r>
            <a:r>
              <a:rPr lang="en-US" dirty="0" err="1"/>
              <a:t>simusa</a:t>
            </a:r>
            <a:r>
              <a:rPr lang="en-US" dirty="0"/>
              <a:t> </a:t>
            </a:r>
            <a:r>
              <a:rPr lang="en-US" dirty="0" err="1"/>
              <a:t>doluptur</a:t>
            </a:r>
            <a:r>
              <a:rPr lang="en-US" dirty="0"/>
              <a:t>, sum hic </a:t>
            </a:r>
            <a:r>
              <a:rPr lang="en-US" dirty="0" err="1"/>
              <a:t>tem</a:t>
            </a:r>
            <a:r>
              <a:rPr lang="en-US" dirty="0"/>
              <a:t> qui cum </a:t>
            </a:r>
            <a:r>
              <a:rPr lang="en-US" dirty="0" err="1"/>
              <a:t>evelest</a:t>
            </a:r>
            <a:r>
              <a:rPr lang="en-US" dirty="0"/>
              <a:t>, </a:t>
            </a:r>
            <a:r>
              <a:rPr lang="en-US" dirty="0" err="1"/>
              <a:t>cusapel</a:t>
            </a:r>
            <a:r>
              <a:rPr lang="en-US" dirty="0"/>
              <a:t> et </a:t>
            </a:r>
            <a:r>
              <a:rPr lang="en-US" dirty="0" err="1"/>
              <a:t>unt</a:t>
            </a:r>
            <a:r>
              <a:rPr lang="en-US" dirty="0"/>
              <a:t> et </a:t>
            </a:r>
            <a:r>
              <a:rPr lang="en-US" dirty="0" err="1"/>
              <a:t>hiciisciume</a:t>
            </a:r>
            <a:r>
              <a:rPr lang="en-US" dirty="0"/>
              <a:t> </a:t>
            </a:r>
            <a:r>
              <a:rPr lang="en-US" dirty="0" err="1"/>
              <a:t>vernatiore</a:t>
            </a:r>
            <a:r>
              <a:rPr lang="en-US" dirty="0"/>
              <a:t> </a:t>
            </a:r>
            <a:r>
              <a:rPr lang="en-US" dirty="0" err="1"/>
              <a:t>volenecabor</a:t>
            </a:r>
            <a:r>
              <a:rPr lang="en-US" dirty="0"/>
              <a:t> </a:t>
            </a:r>
            <a:r>
              <a:rPr lang="en-US" dirty="0" err="1"/>
              <a:t>seque</a:t>
            </a:r>
            <a:r>
              <a:rPr lang="en-US" dirty="0"/>
              <a:t> </a:t>
            </a:r>
            <a:r>
              <a:rPr lang="en-US" dirty="0" err="1"/>
              <a:t>officient</a:t>
            </a:r>
            <a:r>
              <a:rPr lang="en-US" dirty="0"/>
              <a:t>, </a:t>
            </a:r>
            <a:r>
              <a:rPr lang="en-US" dirty="0" err="1"/>
              <a:t>quamus</a:t>
            </a:r>
            <a:r>
              <a:rPr lang="en-US" dirty="0"/>
              <a:t> </a:t>
            </a:r>
            <a:r>
              <a:rPr lang="en-US" dirty="0" err="1"/>
              <a:t>voluptium</a:t>
            </a:r>
            <a:r>
              <a:rPr lang="en-US" dirty="0"/>
              <a:t> </a:t>
            </a:r>
            <a:r>
              <a:rPr lang="en-US" dirty="0" err="1"/>
              <a:t>natur</a:t>
            </a:r>
            <a:r>
              <a:rPr lang="en-US" dirty="0"/>
              <a:t> </a:t>
            </a:r>
            <a:r>
              <a:rPr lang="en-US" dirty="0" err="1"/>
              <a:t>maio</a:t>
            </a:r>
            <a:r>
              <a:rPr lang="en-US" dirty="0"/>
              <a:t> </a:t>
            </a:r>
            <a:r>
              <a:rPr lang="en-US" dirty="0" err="1"/>
              <a:t>volupta</a:t>
            </a:r>
            <a:r>
              <a:rPr lang="en-US" dirty="0"/>
              <a:t> </a:t>
            </a:r>
            <a:r>
              <a:rPr lang="en-US" dirty="0" err="1"/>
              <a:t>tioria</a:t>
            </a:r>
            <a:r>
              <a:rPr lang="en-US" dirty="0"/>
              <a:t> </a:t>
            </a:r>
            <a:r>
              <a:rPr lang="en-US" dirty="0" err="1"/>
              <a:t>venimetur</a:t>
            </a:r>
            <a:r>
              <a:rPr lang="en-US" dirty="0"/>
              <a:t> re </a:t>
            </a:r>
            <a:r>
              <a:rPr lang="en-US" dirty="0" err="1"/>
              <a:t>vel</a:t>
            </a:r>
            <a:r>
              <a:rPr lang="en-US" dirty="0"/>
              <a:t> </a:t>
            </a:r>
            <a:r>
              <a:rPr lang="en-US" dirty="0" err="1"/>
              <a:t>ent</a:t>
            </a:r>
            <a:r>
              <a:rPr lang="en-US" dirty="0"/>
              <a:t>, </a:t>
            </a:r>
            <a:r>
              <a:rPr lang="en-US" dirty="0" err="1"/>
              <a:t>quae</a:t>
            </a:r>
            <a:r>
              <a:rPr lang="en-US" dirty="0"/>
              <a:t> </a:t>
            </a:r>
            <a:r>
              <a:rPr lang="en-US" dirty="0" err="1"/>
              <a:t>liqui</a:t>
            </a:r>
            <a:r>
              <a:rPr lang="en-US" dirty="0"/>
              <a:t> </a:t>
            </a:r>
            <a:r>
              <a:rPr lang="en-US" dirty="0" err="1"/>
              <a:t>tem</a:t>
            </a:r>
            <a:r>
              <a:rPr lang="en-US" dirty="0"/>
              <a:t> sin con re </a:t>
            </a:r>
            <a:r>
              <a:rPr lang="en-US" dirty="0" err="1"/>
              <a:t>laut</a:t>
            </a:r>
            <a:r>
              <a:rPr lang="en-US" dirty="0"/>
              <a:t> </a:t>
            </a:r>
            <a:r>
              <a:rPr lang="en-US" dirty="0" err="1"/>
              <a:t>aut</a:t>
            </a:r>
            <a:r>
              <a:rPr lang="en-US" dirty="0"/>
              <a:t> </a:t>
            </a:r>
            <a:r>
              <a:rPr lang="en-US" dirty="0" err="1"/>
              <a:t>volupietur</a:t>
            </a:r>
            <a:r>
              <a:rPr lang="en-US" dirty="0"/>
              <a:t>.</a:t>
            </a:r>
          </a:p>
          <a:p>
            <a:pPr lvl="1"/>
            <a:endParaRPr lang="en-US" dirty="0"/>
          </a:p>
          <a:p>
            <a:pPr lvl="1"/>
            <a:r>
              <a:rPr lang="en-US" dirty="0" err="1"/>
              <a:t>Henestios</a:t>
            </a:r>
            <a:r>
              <a:rPr lang="en-US" dirty="0"/>
              <a:t> </a:t>
            </a:r>
            <a:r>
              <a:rPr lang="en-US" dirty="0" err="1"/>
              <a:t>vellantium</a:t>
            </a:r>
            <a:r>
              <a:rPr lang="en-US" dirty="0"/>
              <a:t> </a:t>
            </a:r>
            <a:r>
              <a:rPr lang="en-US" dirty="0" err="1"/>
              <a:t>simi</a:t>
            </a:r>
            <a:r>
              <a:rPr lang="en-US" dirty="0"/>
              <a:t>, </a:t>
            </a:r>
            <a:r>
              <a:rPr lang="en-US" dirty="0" err="1"/>
              <a:t>quassenime</a:t>
            </a:r>
            <a:r>
              <a:rPr lang="en-US" dirty="0"/>
              <a:t> consent </a:t>
            </a:r>
            <a:r>
              <a:rPr lang="en-US" dirty="0" err="1"/>
              <a:t>emquatincti</a:t>
            </a:r>
            <a:r>
              <a:rPr lang="en-US" dirty="0"/>
              <a:t> to doles </a:t>
            </a:r>
            <a:r>
              <a:rPr lang="en-US" dirty="0" err="1"/>
              <a:t>cium</a:t>
            </a:r>
            <a:r>
              <a:rPr lang="en-US" dirty="0"/>
              <a:t> </a:t>
            </a:r>
            <a:r>
              <a:rPr lang="en-US" dirty="0" err="1"/>
              <a:t>nectur</a:t>
            </a:r>
            <a:r>
              <a:rPr lang="en-US" dirty="0"/>
              <a:t>. </a:t>
            </a:r>
            <a:r>
              <a:rPr lang="en-US" dirty="0" err="1"/>
              <a:t>Experit</a:t>
            </a:r>
            <a:r>
              <a:rPr lang="en-US" dirty="0"/>
              <a:t> </a:t>
            </a:r>
            <a:r>
              <a:rPr lang="en-US" dirty="0" err="1"/>
              <a:t>occus</a:t>
            </a:r>
            <a:r>
              <a:rPr lang="en-US" dirty="0"/>
              <a:t>. </a:t>
            </a:r>
            <a:r>
              <a:rPr lang="en-US" dirty="0" err="1"/>
              <a:t>Anduntus</a:t>
            </a:r>
            <a:r>
              <a:rPr lang="en-US" dirty="0"/>
              <a:t> </a:t>
            </a:r>
            <a:r>
              <a:rPr lang="en-US" dirty="0" err="1"/>
              <a:t>dolecta</a:t>
            </a:r>
            <a:r>
              <a:rPr lang="en-US" dirty="0"/>
              <a:t> </a:t>
            </a:r>
            <a:r>
              <a:rPr lang="en-US" dirty="0" err="1"/>
              <a:t>tiusam</a:t>
            </a:r>
            <a:r>
              <a:rPr lang="en-US" dirty="0"/>
              <a:t> </a:t>
            </a:r>
            <a:r>
              <a:rPr lang="en-US" dirty="0" err="1"/>
              <a:t>esto</a:t>
            </a:r>
            <a:r>
              <a:rPr lang="en-US" dirty="0"/>
              <a:t> </a:t>
            </a:r>
            <a:r>
              <a:rPr lang="en-US" dirty="0" err="1"/>
              <a:t>eos</a:t>
            </a:r>
            <a:r>
              <a:rPr lang="en-US" dirty="0"/>
              <a:t> </a:t>
            </a:r>
            <a:r>
              <a:rPr lang="en-US" dirty="0" err="1"/>
              <a:t>delit</a:t>
            </a:r>
            <a:r>
              <a:rPr lang="en-US" dirty="0"/>
              <a:t>, at. </a:t>
            </a:r>
            <a:r>
              <a:rPr lang="en-US" dirty="0" err="1"/>
              <a:t>Haria</a:t>
            </a:r>
            <a:r>
              <a:rPr lang="en-US" dirty="0"/>
              <a:t> dis </a:t>
            </a:r>
            <a:r>
              <a:rPr lang="en-US" dirty="0" err="1"/>
              <a:t>eum</a:t>
            </a:r>
            <a:r>
              <a:rPr lang="en-US" dirty="0"/>
              <a:t> a </a:t>
            </a:r>
            <a:r>
              <a:rPr lang="en-US" dirty="0" err="1"/>
              <a:t>sitibus</a:t>
            </a:r>
            <a:r>
              <a:rPr lang="en-US" dirty="0"/>
              <a:t> </a:t>
            </a:r>
            <a:r>
              <a:rPr lang="en-US" dirty="0" err="1"/>
              <a:t>volorib</a:t>
            </a:r>
            <a:r>
              <a:rPr lang="en-US" dirty="0"/>
              <a:t> </a:t>
            </a:r>
            <a:r>
              <a:rPr lang="en-US" dirty="0" err="1"/>
              <a:t>usapere</a:t>
            </a:r>
            <a:r>
              <a:rPr lang="en-US" dirty="0"/>
              <a:t> </a:t>
            </a:r>
            <a:r>
              <a:rPr lang="en-US" dirty="0" err="1"/>
              <a:t>nonse</a:t>
            </a:r>
            <a:r>
              <a:rPr lang="en-US" dirty="0"/>
              <a:t> </a:t>
            </a:r>
            <a:r>
              <a:rPr lang="en-US" dirty="0" err="1"/>
              <a:t>cullit</a:t>
            </a:r>
            <a:r>
              <a:rPr lang="en-US" dirty="0"/>
              <a:t> </a:t>
            </a:r>
            <a:r>
              <a:rPr lang="en-US" dirty="0" err="1"/>
              <a:t>iditatquam</a:t>
            </a:r>
            <a:r>
              <a:rPr lang="en-US" dirty="0"/>
              <a:t> </a:t>
            </a:r>
            <a:r>
              <a:rPr lang="en-US" dirty="0" err="1"/>
              <a:t>hil</a:t>
            </a:r>
            <a:r>
              <a:rPr lang="en-US" dirty="0"/>
              <a:t> </a:t>
            </a:r>
            <a:r>
              <a:rPr lang="en-US" dirty="0" err="1"/>
              <a:t>mincius</a:t>
            </a:r>
            <a:r>
              <a:rPr lang="en-US" dirty="0"/>
              <a:t> </a:t>
            </a:r>
            <a:r>
              <a:rPr lang="en-US" dirty="0" err="1"/>
              <a:t>ea</a:t>
            </a:r>
            <a:r>
              <a:rPr lang="en-US" dirty="0"/>
              <a:t> debit </a:t>
            </a:r>
            <a:r>
              <a:rPr lang="en-US" dirty="0" err="1"/>
              <a:t>quae</a:t>
            </a:r>
            <a:r>
              <a:rPr lang="en-US" dirty="0"/>
              <a:t> </a:t>
            </a:r>
            <a:r>
              <a:rPr lang="en-US" dirty="0" err="1"/>
              <a:t>ipsuntius</a:t>
            </a:r>
            <a:r>
              <a:rPr lang="en-US" dirty="0"/>
              <a:t> </a:t>
            </a:r>
            <a:r>
              <a:rPr lang="en-US" dirty="0" err="1"/>
              <a:t>quideli</a:t>
            </a:r>
            <a:r>
              <a:rPr lang="en-US" dirty="0"/>
              <a:t> </a:t>
            </a:r>
            <a:r>
              <a:rPr lang="en-US" dirty="0" err="1"/>
              <a:t>tatiis</a:t>
            </a:r>
            <a:r>
              <a:rPr lang="en-US" dirty="0"/>
              <a:t> rem </a:t>
            </a:r>
            <a:r>
              <a:rPr lang="en-US" dirty="0" err="1"/>
              <a:t>restis</a:t>
            </a:r>
            <a:r>
              <a:rPr lang="en-US" dirty="0"/>
              <a:t> pro </a:t>
            </a:r>
            <a:r>
              <a:rPr lang="en-US" dirty="0" err="1"/>
              <a:t>ium</a:t>
            </a:r>
            <a:r>
              <a:rPr lang="en-US" dirty="0"/>
              <a:t> qui </a:t>
            </a:r>
            <a:r>
              <a:rPr lang="en-US" dirty="0" err="1"/>
              <a:t>ra</a:t>
            </a:r>
            <a:r>
              <a:rPr lang="en-US" dirty="0"/>
              <a:t> </a:t>
            </a:r>
            <a:r>
              <a:rPr lang="en-US" dirty="0" err="1"/>
              <a:t>debist</a:t>
            </a:r>
            <a:r>
              <a:rPr lang="en-US" dirty="0"/>
              <a:t> at </a:t>
            </a:r>
            <a:r>
              <a:rPr lang="en-US" dirty="0" err="1"/>
              <a:t>ilit</a:t>
            </a:r>
            <a:r>
              <a:rPr lang="en-US" dirty="0"/>
              <a:t> </a:t>
            </a:r>
            <a:r>
              <a:rPr lang="en-US" dirty="0" err="1"/>
              <a:t>est</a:t>
            </a:r>
            <a:r>
              <a:rPr lang="en-US" dirty="0"/>
              <a:t>, </a:t>
            </a:r>
            <a:r>
              <a:rPr lang="en-US" dirty="0" err="1"/>
              <a:t>cus</a:t>
            </a:r>
            <a:r>
              <a:rPr lang="en-US" dirty="0"/>
              <a:t> </a:t>
            </a:r>
            <a:r>
              <a:rPr lang="en-US" dirty="0" err="1"/>
              <a:t>invenim</a:t>
            </a:r>
            <a:r>
              <a:rPr lang="en-US" dirty="0"/>
              <a:t> </a:t>
            </a:r>
            <a:r>
              <a:rPr lang="en-US" dirty="0" err="1"/>
              <a:t>laborro</a:t>
            </a:r>
            <a:r>
              <a:rPr lang="en-US" dirty="0"/>
              <a:t> </a:t>
            </a:r>
            <a:r>
              <a:rPr lang="en-US" dirty="0" err="1"/>
              <a:t>tem</a:t>
            </a:r>
            <a:r>
              <a:rPr lang="en-US" dirty="0"/>
              <a:t> </a:t>
            </a:r>
            <a:r>
              <a:rPr lang="en-US" dirty="0" err="1"/>
              <a:t>rectiissunt</a:t>
            </a:r>
            <a:r>
              <a:rPr lang="en-US" dirty="0"/>
              <a:t> et, </a:t>
            </a:r>
            <a:r>
              <a:rPr lang="en-US" dirty="0" err="1"/>
              <a:t>nos</a:t>
            </a:r>
            <a:r>
              <a:rPr lang="en-US" dirty="0"/>
              <a:t> </a:t>
            </a:r>
            <a:r>
              <a:rPr lang="en-US" dirty="0" err="1"/>
              <a:t>doloratia</a:t>
            </a:r>
            <a:r>
              <a:rPr lang="en-US" dirty="0"/>
              <a:t> et </a:t>
            </a:r>
            <a:r>
              <a:rPr lang="en-US" dirty="0" err="1"/>
              <a:t>opta</a:t>
            </a:r>
            <a:r>
              <a:rPr lang="en-US" dirty="0"/>
              <a:t> dis </a:t>
            </a:r>
            <a:r>
              <a:rPr lang="en-US" dirty="0" err="1"/>
              <a:t>aut</a:t>
            </a:r>
            <a:r>
              <a:rPr lang="en-US" dirty="0"/>
              <a:t> </a:t>
            </a:r>
            <a:r>
              <a:rPr lang="en-US" dirty="0" err="1"/>
              <a:t>modis</a:t>
            </a:r>
            <a:r>
              <a:rPr lang="en-US" dirty="0"/>
              <a:t> </a:t>
            </a:r>
            <a:r>
              <a:rPr lang="en-US" dirty="0" err="1"/>
              <a:t>rerat</a:t>
            </a:r>
            <a:r>
              <a:rPr lang="en-US" dirty="0"/>
              <a:t> </a:t>
            </a:r>
            <a:r>
              <a:rPr lang="en-US" dirty="0" err="1"/>
              <a:t>oditatu</a:t>
            </a:r>
            <a:r>
              <a:rPr lang="en-US" dirty="0"/>
              <a:t> </a:t>
            </a:r>
            <a:r>
              <a:rPr lang="en-US" dirty="0" err="1"/>
              <a:t>reseque</a:t>
            </a:r>
            <a:r>
              <a:rPr lang="en-US" dirty="0"/>
              <a:t> </a:t>
            </a:r>
            <a:r>
              <a:rPr lang="en-US" dirty="0" err="1"/>
              <a:t>nisque</a:t>
            </a:r>
            <a:r>
              <a:rPr lang="en-US" dirty="0"/>
              <a:t> rem </a:t>
            </a:r>
            <a:r>
              <a:rPr lang="en-US" dirty="0" err="1"/>
              <a:t>rempores</a:t>
            </a:r>
            <a:r>
              <a:rPr lang="en-US" dirty="0"/>
              <a:t>. </a:t>
            </a:r>
            <a:r>
              <a:rPr lang="en-US" dirty="0" err="1"/>
              <a:t>Anduntus</a:t>
            </a:r>
            <a:r>
              <a:rPr lang="en-US" dirty="0"/>
              <a:t> </a:t>
            </a:r>
            <a:r>
              <a:rPr lang="en-US" dirty="0" err="1"/>
              <a:t>dolecta</a:t>
            </a:r>
            <a:r>
              <a:rPr lang="en-US" dirty="0"/>
              <a:t> </a:t>
            </a:r>
            <a:r>
              <a:rPr lang="en-US" dirty="0" err="1"/>
              <a:t>tiusam</a:t>
            </a:r>
            <a:r>
              <a:rPr lang="en-US" dirty="0"/>
              <a:t> </a:t>
            </a:r>
            <a:r>
              <a:rPr lang="en-US" dirty="0" err="1"/>
              <a:t>esto</a:t>
            </a:r>
            <a:r>
              <a:rPr lang="en-US" dirty="0"/>
              <a:t> </a:t>
            </a:r>
            <a:r>
              <a:rPr lang="en-US" dirty="0" err="1"/>
              <a:t>eos</a:t>
            </a:r>
            <a:r>
              <a:rPr lang="en-US" dirty="0"/>
              <a:t> </a:t>
            </a:r>
            <a:r>
              <a:rPr lang="en-US" dirty="0" err="1"/>
              <a:t>delit</a:t>
            </a:r>
            <a:r>
              <a:rPr lang="en-US" dirty="0"/>
              <a:t>, at. </a:t>
            </a:r>
            <a:r>
              <a:rPr lang="en-US" dirty="0" err="1"/>
              <a:t>Haria</a:t>
            </a:r>
            <a:r>
              <a:rPr lang="en-US" dirty="0"/>
              <a:t> dis </a:t>
            </a:r>
            <a:r>
              <a:rPr lang="en-US" dirty="0" err="1"/>
              <a:t>eum</a:t>
            </a:r>
            <a:r>
              <a:rPr lang="en-US" dirty="0"/>
              <a:t> a </a:t>
            </a:r>
            <a:r>
              <a:rPr lang="en-US" dirty="0" err="1"/>
              <a:t>sitibus</a:t>
            </a:r>
            <a:r>
              <a:rPr lang="en-US" dirty="0"/>
              <a:t> </a:t>
            </a:r>
            <a:r>
              <a:rPr lang="en-US" dirty="0" err="1"/>
              <a:t>volorib</a:t>
            </a:r>
            <a:r>
              <a:rPr lang="en-US" dirty="0"/>
              <a:t> </a:t>
            </a:r>
            <a:r>
              <a:rPr lang="en-US" dirty="0" err="1"/>
              <a:t>usapere</a:t>
            </a:r>
            <a:r>
              <a:rPr lang="en-US" dirty="0"/>
              <a:t> </a:t>
            </a:r>
            <a:r>
              <a:rPr lang="en-US" dirty="0" err="1"/>
              <a:t>nonse</a:t>
            </a:r>
            <a:r>
              <a:rPr lang="en-US" dirty="0"/>
              <a:t> </a:t>
            </a:r>
            <a:r>
              <a:rPr lang="en-US" dirty="0" err="1"/>
              <a:t>cullit</a:t>
            </a:r>
            <a:r>
              <a:rPr lang="en-US" dirty="0"/>
              <a:t> </a:t>
            </a:r>
            <a:r>
              <a:rPr lang="en-US" dirty="0" err="1"/>
              <a:t>iditatquam</a:t>
            </a:r>
            <a:r>
              <a:rPr lang="en-US" dirty="0"/>
              <a:t> </a:t>
            </a:r>
            <a:r>
              <a:rPr lang="en-US" dirty="0" err="1"/>
              <a:t>hil</a:t>
            </a:r>
            <a:r>
              <a:rPr lang="en-US" dirty="0"/>
              <a:t> </a:t>
            </a:r>
            <a:r>
              <a:rPr lang="en-US" dirty="0" err="1"/>
              <a:t>mincius</a:t>
            </a:r>
            <a:r>
              <a:rPr lang="en-US" dirty="0"/>
              <a:t> </a:t>
            </a:r>
            <a:r>
              <a:rPr lang="en-US" dirty="0" err="1"/>
              <a:t>ea</a:t>
            </a:r>
            <a:r>
              <a:rPr lang="en-US" dirty="0"/>
              <a:t> debit </a:t>
            </a:r>
            <a:r>
              <a:rPr lang="en-US" dirty="0" err="1"/>
              <a:t>quae</a:t>
            </a:r>
            <a:r>
              <a:rPr lang="en-US" dirty="0"/>
              <a:t> sit.</a:t>
            </a:r>
          </a:p>
        </p:txBody>
      </p:sp>
      <p:sp>
        <p:nvSpPr>
          <p:cNvPr id="7" name="Text Placeholder 4"/>
          <p:cNvSpPr>
            <a:spLocks noGrp="1"/>
          </p:cNvSpPr>
          <p:nvPr>
            <p:ph type="body" sz="quarter" idx="12" hasCustomPrompt="1"/>
          </p:nvPr>
        </p:nvSpPr>
        <p:spPr>
          <a:xfrm>
            <a:off x="6354763" y="1995296"/>
            <a:ext cx="5653087" cy="3868623"/>
          </a:xfrm>
        </p:spPr>
        <p:txBody>
          <a:bodyPr lIns="0" tIns="0" rIns="0" bIns="0"/>
          <a:lstStyle>
            <a:lvl1pPr marL="0" indent="0">
              <a:lnSpc>
                <a:spcPts val="1800"/>
              </a:lnSpc>
              <a:spcBef>
                <a:spcPts val="900"/>
              </a:spcBef>
              <a:buNone/>
              <a:defRPr lang="en-US" sz="1400" b="1" kern="1200" spc="0" baseline="0" dirty="0">
                <a:solidFill>
                  <a:schemeClr val="accent1"/>
                </a:solidFill>
                <a:latin typeface="+mn-lt"/>
                <a:ea typeface="+mn-ea"/>
                <a:cs typeface="+mn-cs"/>
              </a:defRPr>
            </a:lvl1pPr>
            <a:lvl2pPr marL="0" marR="0" indent="0" algn="l" defTabSz="932742" rtl="0" eaLnBrk="1" fontAlgn="auto" latinLnBrk="0" hangingPunct="1">
              <a:lnSpc>
                <a:spcPts val="1800"/>
              </a:lnSpc>
              <a:spcBef>
                <a:spcPts val="450"/>
              </a:spcBef>
              <a:spcAft>
                <a:spcPts val="0"/>
              </a:spcAft>
              <a:buClrTx/>
              <a:buSzPct val="90000"/>
              <a:buFont typeface="Arial" panose="020B0604020202020204" pitchFamily="34" charset="0"/>
              <a:buNone/>
              <a:tabLst/>
              <a:defRPr sz="1400">
                <a:solidFill>
                  <a:schemeClr val="tx1"/>
                </a:solidFill>
              </a:defRPr>
            </a:lvl2pPr>
            <a:lvl3pPr marL="457200" indent="0">
              <a:buNone/>
              <a:defRPr/>
            </a:lvl3pPr>
            <a:lvl4pPr marL="685800" indent="0">
              <a:buNone/>
              <a:defRPr/>
            </a:lvl4pPr>
            <a:lvl5pPr marL="914400" indent="0">
              <a:buNone/>
              <a:defRPr/>
            </a:lvl5pPr>
          </a:lstStyle>
          <a:p>
            <a:pPr marL="0" marR="0" lvl="0" indent="0" algn="l" defTabSz="932742" rtl="0" eaLnBrk="1" fontAlgn="auto" latinLnBrk="0" hangingPunct="1">
              <a:lnSpc>
                <a:spcPts val="1800"/>
              </a:lnSpc>
              <a:spcBef>
                <a:spcPts val="900"/>
              </a:spcBef>
              <a:spcAft>
                <a:spcPts val="0"/>
              </a:spcAft>
              <a:buClrTx/>
              <a:buSzPct val="90000"/>
              <a:buFont typeface="Wingdings" panose="05000000000000000000" pitchFamily="2" charset="2"/>
              <a:buNone/>
              <a:tabLst/>
            </a:pPr>
            <a:r>
              <a:rPr lang="en-US" dirty="0"/>
              <a:t>Paragraph title Segoe UI bold 14</a:t>
            </a:r>
          </a:p>
          <a:p>
            <a:pPr lvl="1"/>
            <a:r>
              <a:rPr lang="en-US" dirty="0"/>
              <a:t>Body copy Segoe Regular 14/18. Pa </a:t>
            </a:r>
            <a:r>
              <a:rPr lang="en-US" dirty="0" err="1"/>
              <a:t>consed</a:t>
            </a:r>
            <a:r>
              <a:rPr lang="en-US" dirty="0"/>
              <a:t> et </a:t>
            </a:r>
            <a:r>
              <a:rPr lang="en-US" dirty="0" err="1"/>
              <a:t>atur</a:t>
            </a:r>
            <a:r>
              <a:rPr lang="en-US" dirty="0"/>
              <a:t>. </a:t>
            </a:r>
            <a:r>
              <a:rPr lang="en-US" dirty="0" err="1"/>
              <a:t>Serion</a:t>
            </a:r>
            <a:r>
              <a:rPr lang="en-US" dirty="0"/>
              <a:t> </a:t>
            </a:r>
            <a:r>
              <a:rPr lang="en-US" dirty="0" err="1"/>
              <a:t>corepudi</a:t>
            </a:r>
            <a:r>
              <a:rPr lang="en-US" dirty="0"/>
              <a:t> dolor </a:t>
            </a:r>
            <a:r>
              <a:rPr lang="en-US" dirty="0" err="1"/>
              <a:t>adionse</a:t>
            </a:r>
            <a:r>
              <a:rPr lang="en-US" dirty="0"/>
              <a:t> </a:t>
            </a:r>
            <a:r>
              <a:rPr lang="en-US" dirty="0" err="1"/>
              <a:t>quibusame</a:t>
            </a:r>
            <a:r>
              <a:rPr lang="en-US" dirty="0"/>
              <a:t> </a:t>
            </a:r>
            <a:r>
              <a:rPr lang="en-US" dirty="0" err="1"/>
              <a:t>nullabora</a:t>
            </a:r>
            <a:r>
              <a:rPr lang="en-US" dirty="0"/>
              <a:t> </a:t>
            </a:r>
            <a:r>
              <a:rPr lang="en-US" dirty="0" err="1"/>
              <a:t>volent</a:t>
            </a:r>
            <a:r>
              <a:rPr lang="en-US" dirty="0"/>
              <a:t> </a:t>
            </a:r>
            <a:r>
              <a:rPr lang="en-US" dirty="0" err="1"/>
              <a:t>lignam</a:t>
            </a:r>
            <a:r>
              <a:rPr lang="en-US" dirty="0"/>
              <a:t> </a:t>
            </a:r>
            <a:r>
              <a:rPr lang="en-US" dirty="0" err="1"/>
              <a:t>entis</a:t>
            </a:r>
            <a:r>
              <a:rPr lang="en-US" dirty="0"/>
              <a:t> ape </a:t>
            </a:r>
            <a:r>
              <a:rPr lang="en-US" dirty="0" err="1"/>
              <a:t>dolores</a:t>
            </a:r>
            <a:r>
              <a:rPr lang="en-US" dirty="0"/>
              <a:t> se </a:t>
            </a:r>
            <a:r>
              <a:rPr lang="en-US" dirty="0" err="1"/>
              <a:t>voluptae</a:t>
            </a:r>
            <a:r>
              <a:rPr lang="en-US" dirty="0"/>
              <a:t> </a:t>
            </a:r>
            <a:r>
              <a:rPr lang="en-US" dirty="0" err="1"/>
              <a:t>nimolupti</a:t>
            </a:r>
            <a:r>
              <a:rPr lang="en-US" dirty="0"/>
              <a:t> </a:t>
            </a:r>
            <a:r>
              <a:rPr lang="en-US" dirty="0" err="1"/>
              <a:t>quam</a:t>
            </a:r>
            <a:r>
              <a:rPr lang="en-US" dirty="0"/>
              <a:t> </a:t>
            </a:r>
            <a:r>
              <a:rPr lang="en-US" dirty="0" err="1"/>
              <a:t>ium</a:t>
            </a:r>
            <a:r>
              <a:rPr lang="en-US" dirty="0"/>
              <a:t> </a:t>
            </a:r>
            <a:r>
              <a:rPr lang="en-US" dirty="0" err="1"/>
              <a:t>simusa</a:t>
            </a:r>
            <a:r>
              <a:rPr lang="en-US" dirty="0"/>
              <a:t> </a:t>
            </a:r>
            <a:r>
              <a:rPr lang="en-US" dirty="0" err="1"/>
              <a:t>doluptur</a:t>
            </a:r>
            <a:r>
              <a:rPr lang="en-US" dirty="0"/>
              <a:t>, sum hic </a:t>
            </a:r>
            <a:r>
              <a:rPr lang="en-US" dirty="0" err="1"/>
              <a:t>tem</a:t>
            </a:r>
            <a:r>
              <a:rPr lang="en-US" dirty="0"/>
              <a:t> qui cum </a:t>
            </a:r>
            <a:r>
              <a:rPr lang="en-US" dirty="0" err="1"/>
              <a:t>evelest</a:t>
            </a:r>
            <a:r>
              <a:rPr lang="en-US" dirty="0"/>
              <a:t>, </a:t>
            </a:r>
            <a:r>
              <a:rPr lang="en-US" dirty="0" err="1"/>
              <a:t>cusapel</a:t>
            </a:r>
            <a:r>
              <a:rPr lang="en-US" dirty="0"/>
              <a:t> et </a:t>
            </a:r>
            <a:r>
              <a:rPr lang="en-US" dirty="0" err="1"/>
              <a:t>unt</a:t>
            </a:r>
            <a:r>
              <a:rPr lang="en-US" dirty="0"/>
              <a:t> et </a:t>
            </a:r>
            <a:r>
              <a:rPr lang="en-US" dirty="0" err="1"/>
              <a:t>hiciisciume</a:t>
            </a:r>
            <a:r>
              <a:rPr lang="en-US" dirty="0"/>
              <a:t> </a:t>
            </a:r>
            <a:r>
              <a:rPr lang="en-US" dirty="0" err="1"/>
              <a:t>vernatiore</a:t>
            </a:r>
            <a:r>
              <a:rPr lang="en-US" dirty="0"/>
              <a:t> </a:t>
            </a:r>
            <a:r>
              <a:rPr lang="en-US" dirty="0" err="1"/>
              <a:t>volenecabor</a:t>
            </a:r>
            <a:r>
              <a:rPr lang="en-US" dirty="0"/>
              <a:t> </a:t>
            </a:r>
            <a:r>
              <a:rPr lang="en-US" dirty="0" err="1"/>
              <a:t>seque</a:t>
            </a:r>
            <a:r>
              <a:rPr lang="en-US" dirty="0"/>
              <a:t> </a:t>
            </a:r>
            <a:r>
              <a:rPr lang="en-US" dirty="0" err="1"/>
              <a:t>officient</a:t>
            </a:r>
            <a:r>
              <a:rPr lang="en-US" dirty="0"/>
              <a:t>, </a:t>
            </a:r>
            <a:r>
              <a:rPr lang="en-US" dirty="0" err="1"/>
              <a:t>quamus</a:t>
            </a:r>
            <a:r>
              <a:rPr lang="en-US" dirty="0"/>
              <a:t> </a:t>
            </a:r>
            <a:r>
              <a:rPr lang="en-US" dirty="0" err="1"/>
              <a:t>voluptium</a:t>
            </a:r>
            <a:r>
              <a:rPr lang="en-US" dirty="0"/>
              <a:t> </a:t>
            </a:r>
            <a:r>
              <a:rPr lang="en-US" dirty="0" err="1"/>
              <a:t>natur</a:t>
            </a:r>
            <a:r>
              <a:rPr lang="en-US" dirty="0"/>
              <a:t> </a:t>
            </a:r>
            <a:r>
              <a:rPr lang="en-US" dirty="0" err="1"/>
              <a:t>maio</a:t>
            </a:r>
            <a:r>
              <a:rPr lang="en-US" dirty="0"/>
              <a:t> </a:t>
            </a:r>
            <a:r>
              <a:rPr lang="en-US" dirty="0" err="1"/>
              <a:t>volupta</a:t>
            </a:r>
            <a:r>
              <a:rPr lang="en-US" dirty="0"/>
              <a:t> </a:t>
            </a:r>
            <a:r>
              <a:rPr lang="en-US" dirty="0" err="1"/>
              <a:t>tioria</a:t>
            </a:r>
            <a:r>
              <a:rPr lang="en-US" dirty="0"/>
              <a:t> </a:t>
            </a:r>
            <a:r>
              <a:rPr lang="en-US" dirty="0" err="1"/>
              <a:t>venimetur</a:t>
            </a:r>
            <a:r>
              <a:rPr lang="en-US" dirty="0"/>
              <a:t> re </a:t>
            </a:r>
            <a:r>
              <a:rPr lang="en-US" dirty="0" err="1"/>
              <a:t>vel</a:t>
            </a:r>
            <a:r>
              <a:rPr lang="en-US" dirty="0"/>
              <a:t> </a:t>
            </a:r>
            <a:r>
              <a:rPr lang="en-US" dirty="0" err="1"/>
              <a:t>ent</a:t>
            </a:r>
            <a:r>
              <a:rPr lang="en-US" dirty="0"/>
              <a:t>, </a:t>
            </a:r>
            <a:r>
              <a:rPr lang="en-US" dirty="0" err="1"/>
              <a:t>quae</a:t>
            </a:r>
            <a:r>
              <a:rPr lang="en-US" dirty="0"/>
              <a:t> </a:t>
            </a:r>
            <a:r>
              <a:rPr lang="en-US" dirty="0" err="1"/>
              <a:t>liqui</a:t>
            </a:r>
            <a:r>
              <a:rPr lang="en-US" dirty="0"/>
              <a:t> </a:t>
            </a:r>
            <a:r>
              <a:rPr lang="en-US" dirty="0" err="1"/>
              <a:t>tem</a:t>
            </a:r>
            <a:r>
              <a:rPr lang="en-US" dirty="0"/>
              <a:t> sin con re </a:t>
            </a:r>
            <a:r>
              <a:rPr lang="en-US" dirty="0" err="1"/>
              <a:t>laut</a:t>
            </a:r>
            <a:r>
              <a:rPr lang="en-US" dirty="0"/>
              <a:t> </a:t>
            </a:r>
            <a:r>
              <a:rPr lang="en-US" dirty="0" err="1"/>
              <a:t>aut</a:t>
            </a:r>
            <a:r>
              <a:rPr lang="en-US" dirty="0"/>
              <a:t> </a:t>
            </a:r>
            <a:r>
              <a:rPr lang="en-US" dirty="0" err="1"/>
              <a:t>volupietur</a:t>
            </a:r>
            <a:r>
              <a:rPr lang="en-US" dirty="0"/>
              <a:t>.</a:t>
            </a:r>
          </a:p>
          <a:p>
            <a:pPr lvl="1"/>
            <a:endParaRPr lang="en-US" dirty="0"/>
          </a:p>
          <a:p>
            <a:pPr lvl="1"/>
            <a:r>
              <a:rPr lang="en-US" dirty="0" err="1"/>
              <a:t>Henestios</a:t>
            </a:r>
            <a:r>
              <a:rPr lang="en-US" dirty="0"/>
              <a:t> </a:t>
            </a:r>
            <a:r>
              <a:rPr lang="en-US" dirty="0" err="1"/>
              <a:t>vellantium</a:t>
            </a:r>
            <a:r>
              <a:rPr lang="en-US" dirty="0"/>
              <a:t> </a:t>
            </a:r>
            <a:r>
              <a:rPr lang="en-US" dirty="0" err="1"/>
              <a:t>simi</a:t>
            </a:r>
            <a:r>
              <a:rPr lang="en-US" dirty="0"/>
              <a:t>, </a:t>
            </a:r>
            <a:r>
              <a:rPr lang="en-US" dirty="0" err="1"/>
              <a:t>quassenime</a:t>
            </a:r>
            <a:r>
              <a:rPr lang="en-US" dirty="0"/>
              <a:t> consent </a:t>
            </a:r>
            <a:r>
              <a:rPr lang="en-US" dirty="0" err="1"/>
              <a:t>emquatincti</a:t>
            </a:r>
            <a:r>
              <a:rPr lang="en-US" dirty="0"/>
              <a:t> to doles </a:t>
            </a:r>
            <a:r>
              <a:rPr lang="en-US" dirty="0" err="1"/>
              <a:t>cium</a:t>
            </a:r>
            <a:r>
              <a:rPr lang="en-US" dirty="0"/>
              <a:t> </a:t>
            </a:r>
            <a:r>
              <a:rPr lang="en-US" dirty="0" err="1"/>
              <a:t>nectur</a:t>
            </a:r>
            <a:r>
              <a:rPr lang="en-US" dirty="0"/>
              <a:t>. </a:t>
            </a:r>
            <a:r>
              <a:rPr lang="en-US" dirty="0" err="1"/>
              <a:t>Experit</a:t>
            </a:r>
            <a:r>
              <a:rPr lang="en-US" dirty="0"/>
              <a:t> </a:t>
            </a:r>
            <a:r>
              <a:rPr lang="en-US" dirty="0" err="1"/>
              <a:t>occus</a:t>
            </a:r>
            <a:r>
              <a:rPr lang="en-US" dirty="0"/>
              <a:t>. </a:t>
            </a:r>
            <a:r>
              <a:rPr lang="en-US" dirty="0" err="1"/>
              <a:t>Anduntus</a:t>
            </a:r>
            <a:r>
              <a:rPr lang="en-US" dirty="0"/>
              <a:t> </a:t>
            </a:r>
            <a:r>
              <a:rPr lang="en-US" dirty="0" err="1"/>
              <a:t>dolecta</a:t>
            </a:r>
            <a:r>
              <a:rPr lang="en-US" dirty="0"/>
              <a:t> </a:t>
            </a:r>
            <a:r>
              <a:rPr lang="en-US" dirty="0" err="1"/>
              <a:t>tiusam</a:t>
            </a:r>
            <a:r>
              <a:rPr lang="en-US" dirty="0"/>
              <a:t> </a:t>
            </a:r>
            <a:r>
              <a:rPr lang="en-US" dirty="0" err="1"/>
              <a:t>esto</a:t>
            </a:r>
            <a:r>
              <a:rPr lang="en-US" dirty="0"/>
              <a:t> </a:t>
            </a:r>
            <a:r>
              <a:rPr lang="en-US" dirty="0" err="1"/>
              <a:t>eos</a:t>
            </a:r>
            <a:r>
              <a:rPr lang="en-US" dirty="0"/>
              <a:t> </a:t>
            </a:r>
            <a:r>
              <a:rPr lang="en-US" dirty="0" err="1"/>
              <a:t>delit</a:t>
            </a:r>
            <a:r>
              <a:rPr lang="en-US" dirty="0"/>
              <a:t>, at. </a:t>
            </a:r>
            <a:r>
              <a:rPr lang="en-US" dirty="0" err="1"/>
              <a:t>Haria</a:t>
            </a:r>
            <a:r>
              <a:rPr lang="en-US" dirty="0"/>
              <a:t> dis </a:t>
            </a:r>
            <a:r>
              <a:rPr lang="en-US" dirty="0" err="1"/>
              <a:t>eum</a:t>
            </a:r>
            <a:r>
              <a:rPr lang="en-US" dirty="0"/>
              <a:t> a </a:t>
            </a:r>
            <a:r>
              <a:rPr lang="en-US" dirty="0" err="1"/>
              <a:t>sitibus</a:t>
            </a:r>
            <a:r>
              <a:rPr lang="en-US" dirty="0"/>
              <a:t> </a:t>
            </a:r>
            <a:r>
              <a:rPr lang="en-US" dirty="0" err="1"/>
              <a:t>volorib</a:t>
            </a:r>
            <a:r>
              <a:rPr lang="en-US" dirty="0"/>
              <a:t> </a:t>
            </a:r>
            <a:r>
              <a:rPr lang="en-US" dirty="0" err="1"/>
              <a:t>usapere</a:t>
            </a:r>
            <a:r>
              <a:rPr lang="en-US" dirty="0"/>
              <a:t> </a:t>
            </a:r>
            <a:r>
              <a:rPr lang="en-US" dirty="0" err="1"/>
              <a:t>nonse</a:t>
            </a:r>
            <a:r>
              <a:rPr lang="en-US" dirty="0"/>
              <a:t> </a:t>
            </a:r>
            <a:r>
              <a:rPr lang="en-US" dirty="0" err="1"/>
              <a:t>cullit</a:t>
            </a:r>
            <a:r>
              <a:rPr lang="en-US" dirty="0"/>
              <a:t> </a:t>
            </a:r>
            <a:r>
              <a:rPr lang="en-US" dirty="0" err="1"/>
              <a:t>iditatquam</a:t>
            </a:r>
            <a:r>
              <a:rPr lang="en-US" dirty="0"/>
              <a:t> </a:t>
            </a:r>
            <a:r>
              <a:rPr lang="en-US" dirty="0" err="1"/>
              <a:t>hil</a:t>
            </a:r>
            <a:r>
              <a:rPr lang="en-US" dirty="0"/>
              <a:t> </a:t>
            </a:r>
            <a:r>
              <a:rPr lang="en-US" dirty="0" err="1"/>
              <a:t>mincius</a:t>
            </a:r>
            <a:r>
              <a:rPr lang="en-US" dirty="0"/>
              <a:t> </a:t>
            </a:r>
            <a:r>
              <a:rPr lang="en-US" dirty="0" err="1"/>
              <a:t>ea</a:t>
            </a:r>
            <a:r>
              <a:rPr lang="en-US" dirty="0"/>
              <a:t> debit </a:t>
            </a:r>
            <a:r>
              <a:rPr lang="en-US" dirty="0" err="1"/>
              <a:t>quae</a:t>
            </a:r>
            <a:r>
              <a:rPr lang="en-US" dirty="0"/>
              <a:t> </a:t>
            </a:r>
            <a:r>
              <a:rPr lang="en-US" dirty="0" err="1"/>
              <a:t>ipsuntius</a:t>
            </a:r>
            <a:r>
              <a:rPr lang="en-US" dirty="0"/>
              <a:t> </a:t>
            </a:r>
            <a:r>
              <a:rPr lang="en-US" dirty="0" err="1"/>
              <a:t>quideli</a:t>
            </a:r>
            <a:r>
              <a:rPr lang="en-US" dirty="0"/>
              <a:t> </a:t>
            </a:r>
            <a:r>
              <a:rPr lang="en-US" dirty="0" err="1"/>
              <a:t>tatiis</a:t>
            </a:r>
            <a:r>
              <a:rPr lang="en-US" dirty="0"/>
              <a:t> rem </a:t>
            </a:r>
            <a:r>
              <a:rPr lang="en-US" dirty="0" err="1"/>
              <a:t>restis</a:t>
            </a:r>
            <a:r>
              <a:rPr lang="en-US" dirty="0"/>
              <a:t> pro </a:t>
            </a:r>
            <a:r>
              <a:rPr lang="en-US" dirty="0" err="1"/>
              <a:t>ium</a:t>
            </a:r>
            <a:r>
              <a:rPr lang="en-US" dirty="0"/>
              <a:t> qui </a:t>
            </a:r>
            <a:r>
              <a:rPr lang="en-US" dirty="0" err="1"/>
              <a:t>ra</a:t>
            </a:r>
            <a:r>
              <a:rPr lang="en-US" dirty="0"/>
              <a:t> </a:t>
            </a:r>
            <a:r>
              <a:rPr lang="en-US" dirty="0" err="1"/>
              <a:t>debist</a:t>
            </a:r>
            <a:r>
              <a:rPr lang="en-US" dirty="0"/>
              <a:t> at </a:t>
            </a:r>
            <a:r>
              <a:rPr lang="en-US" dirty="0" err="1"/>
              <a:t>ilit</a:t>
            </a:r>
            <a:r>
              <a:rPr lang="en-US" dirty="0"/>
              <a:t> </a:t>
            </a:r>
            <a:r>
              <a:rPr lang="en-US" dirty="0" err="1"/>
              <a:t>est</a:t>
            </a:r>
            <a:r>
              <a:rPr lang="en-US" dirty="0"/>
              <a:t>, </a:t>
            </a:r>
            <a:r>
              <a:rPr lang="en-US" dirty="0" err="1"/>
              <a:t>cus</a:t>
            </a:r>
            <a:r>
              <a:rPr lang="en-US" dirty="0"/>
              <a:t> </a:t>
            </a:r>
            <a:r>
              <a:rPr lang="en-US" dirty="0" err="1"/>
              <a:t>invenim</a:t>
            </a:r>
            <a:r>
              <a:rPr lang="en-US" dirty="0"/>
              <a:t> </a:t>
            </a:r>
            <a:r>
              <a:rPr lang="en-US" dirty="0" err="1"/>
              <a:t>laborro</a:t>
            </a:r>
            <a:r>
              <a:rPr lang="en-US" dirty="0"/>
              <a:t> </a:t>
            </a:r>
            <a:r>
              <a:rPr lang="en-US" dirty="0" err="1"/>
              <a:t>tem</a:t>
            </a:r>
            <a:r>
              <a:rPr lang="en-US" dirty="0"/>
              <a:t> </a:t>
            </a:r>
            <a:r>
              <a:rPr lang="en-US" dirty="0" err="1"/>
              <a:t>rectiissunt</a:t>
            </a:r>
            <a:r>
              <a:rPr lang="en-US" dirty="0"/>
              <a:t> et, </a:t>
            </a:r>
            <a:r>
              <a:rPr lang="en-US" dirty="0" err="1"/>
              <a:t>nos</a:t>
            </a:r>
            <a:r>
              <a:rPr lang="en-US" dirty="0"/>
              <a:t> </a:t>
            </a:r>
            <a:r>
              <a:rPr lang="en-US" dirty="0" err="1"/>
              <a:t>doloratia</a:t>
            </a:r>
            <a:r>
              <a:rPr lang="en-US" dirty="0"/>
              <a:t> et </a:t>
            </a:r>
            <a:r>
              <a:rPr lang="en-US" dirty="0" err="1"/>
              <a:t>opta</a:t>
            </a:r>
            <a:r>
              <a:rPr lang="en-US" dirty="0"/>
              <a:t> dis </a:t>
            </a:r>
            <a:r>
              <a:rPr lang="en-US" dirty="0" err="1"/>
              <a:t>aut</a:t>
            </a:r>
            <a:r>
              <a:rPr lang="en-US" dirty="0"/>
              <a:t> </a:t>
            </a:r>
            <a:r>
              <a:rPr lang="en-US" dirty="0" err="1"/>
              <a:t>modis</a:t>
            </a:r>
            <a:r>
              <a:rPr lang="en-US" dirty="0"/>
              <a:t> </a:t>
            </a:r>
            <a:r>
              <a:rPr lang="en-US" dirty="0" err="1"/>
              <a:t>rerat</a:t>
            </a:r>
            <a:r>
              <a:rPr lang="en-US" dirty="0"/>
              <a:t> </a:t>
            </a:r>
            <a:r>
              <a:rPr lang="en-US" dirty="0" err="1"/>
              <a:t>oditatu</a:t>
            </a:r>
            <a:r>
              <a:rPr lang="en-US" dirty="0"/>
              <a:t> </a:t>
            </a:r>
            <a:r>
              <a:rPr lang="en-US" dirty="0" err="1"/>
              <a:t>reseque</a:t>
            </a:r>
            <a:r>
              <a:rPr lang="en-US" dirty="0"/>
              <a:t> </a:t>
            </a:r>
            <a:r>
              <a:rPr lang="en-US" dirty="0" err="1"/>
              <a:t>nisque</a:t>
            </a:r>
            <a:r>
              <a:rPr lang="en-US" dirty="0"/>
              <a:t> rem </a:t>
            </a:r>
            <a:r>
              <a:rPr lang="en-US" dirty="0" err="1"/>
              <a:t>rempores</a:t>
            </a:r>
            <a:r>
              <a:rPr lang="en-US" dirty="0"/>
              <a:t>. </a:t>
            </a:r>
            <a:r>
              <a:rPr lang="en-US" dirty="0" err="1"/>
              <a:t>Anduntus</a:t>
            </a:r>
            <a:r>
              <a:rPr lang="en-US" dirty="0"/>
              <a:t> </a:t>
            </a:r>
            <a:r>
              <a:rPr lang="en-US" dirty="0" err="1"/>
              <a:t>dolecta</a:t>
            </a:r>
            <a:r>
              <a:rPr lang="en-US" dirty="0"/>
              <a:t> </a:t>
            </a:r>
            <a:r>
              <a:rPr lang="en-US" dirty="0" err="1"/>
              <a:t>tiusam</a:t>
            </a:r>
            <a:r>
              <a:rPr lang="en-US" dirty="0"/>
              <a:t> </a:t>
            </a:r>
            <a:r>
              <a:rPr lang="en-US" dirty="0" err="1"/>
              <a:t>esto</a:t>
            </a:r>
            <a:r>
              <a:rPr lang="en-US" dirty="0"/>
              <a:t> </a:t>
            </a:r>
            <a:r>
              <a:rPr lang="en-US" dirty="0" err="1"/>
              <a:t>eos</a:t>
            </a:r>
            <a:r>
              <a:rPr lang="en-US" dirty="0"/>
              <a:t> </a:t>
            </a:r>
            <a:r>
              <a:rPr lang="en-US" dirty="0" err="1"/>
              <a:t>delit</a:t>
            </a:r>
            <a:r>
              <a:rPr lang="en-US" dirty="0"/>
              <a:t>, at. </a:t>
            </a:r>
            <a:r>
              <a:rPr lang="en-US" dirty="0" err="1"/>
              <a:t>Haria</a:t>
            </a:r>
            <a:r>
              <a:rPr lang="en-US" dirty="0"/>
              <a:t> dis </a:t>
            </a:r>
            <a:r>
              <a:rPr lang="en-US" dirty="0" err="1"/>
              <a:t>eum</a:t>
            </a:r>
            <a:r>
              <a:rPr lang="en-US" dirty="0"/>
              <a:t> a </a:t>
            </a:r>
            <a:r>
              <a:rPr lang="en-US" dirty="0" err="1"/>
              <a:t>sitibus</a:t>
            </a:r>
            <a:r>
              <a:rPr lang="en-US" dirty="0"/>
              <a:t> </a:t>
            </a:r>
            <a:r>
              <a:rPr lang="en-US" dirty="0" err="1"/>
              <a:t>volorib</a:t>
            </a:r>
            <a:r>
              <a:rPr lang="en-US" dirty="0"/>
              <a:t> </a:t>
            </a:r>
            <a:r>
              <a:rPr lang="en-US" dirty="0" err="1"/>
              <a:t>usapere</a:t>
            </a:r>
            <a:r>
              <a:rPr lang="en-US" dirty="0"/>
              <a:t> </a:t>
            </a:r>
            <a:r>
              <a:rPr lang="en-US" dirty="0" err="1"/>
              <a:t>nonse</a:t>
            </a:r>
            <a:r>
              <a:rPr lang="en-US" dirty="0"/>
              <a:t> </a:t>
            </a:r>
            <a:r>
              <a:rPr lang="en-US" dirty="0" err="1"/>
              <a:t>cullit</a:t>
            </a:r>
            <a:r>
              <a:rPr lang="en-US" dirty="0"/>
              <a:t> </a:t>
            </a:r>
            <a:r>
              <a:rPr lang="en-US" dirty="0" err="1"/>
              <a:t>iditatquam</a:t>
            </a:r>
            <a:r>
              <a:rPr lang="en-US" dirty="0"/>
              <a:t> </a:t>
            </a:r>
            <a:r>
              <a:rPr lang="en-US" dirty="0" err="1"/>
              <a:t>hil</a:t>
            </a:r>
            <a:r>
              <a:rPr lang="en-US" dirty="0"/>
              <a:t> </a:t>
            </a:r>
            <a:r>
              <a:rPr lang="en-US" dirty="0" err="1"/>
              <a:t>mincius</a:t>
            </a:r>
            <a:r>
              <a:rPr lang="en-US" dirty="0"/>
              <a:t> </a:t>
            </a:r>
            <a:r>
              <a:rPr lang="en-US" dirty="0" err="1"/>
              <a:t>ea</a:t>
            </a:r>
            <a:r>
              <a:rPr lang="en-US" dirty="0"/>
              <a:t> debit </a:t>
            </a:r>
            <a:r>
              <a:rPr lang="en-US" dirty="0" err="1"/>
              <a:t>quae</a:t>
            </a:r>
            <a:r>
              <a:rPr lang="en-US" dirty="0"/>
              <a:t> sit.</a:t>
            </a:r>
          </a:p>
        </p:txBody>
      </p:sp>
    </p:spTree>
    <p:extLst>
      <p:ext uri="{BB962C8B-B14F-4D97-AF65-F5344CB8AC3E}">
        <p14:creationId xmlns:p14="http://schemas.microsoft.com/office/powerpoint/2010/main" val="3301746819"/>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ext option 3">
    <p:spTree>
      <p:nvGrpSpPr>
        <p:cNvPr id="1" name=""/>
        <p:cNvGrpSpPr/>
        <p:nvPr/>
      </p:nvGrpSpPr>
      <p:grpSpPr>
        <a:xfrm>
          <a:off x="0" y="0"/>
          <a:ext cx="0" cy="0"/>
          <a:chOff x="0" y="0"/>
          <a:chExt cx="0" cy="0"/>
        </a:xfrm>
      </p:grpSpPr>
      <p:sp>
        <p:nvSpPr>
          <p:cNvPr id="3" name="Rectangle 2"/>
          <p:cNvSpPr/>
          <p:nvPr userDrawn="1"/>
        </p:nvSpPr>
        <p:spPr bwMode="auto">
          <a:xfrm>
            <a:off x="465135" y="1631569"/>
            <a:ext cx="3690939" cy="3191256"/>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16" name="Content Placeholder 15"/>
          <p:cNvSpPr>
            <a:spLocks noGrp="1"/>
          </p:cNvSpPr>
          <p:nvPr>
            <p:ph sz="quarter" idx="17" hasCustomPrompt="1"/>
          </p:nvPr>
        </p:nvSpPr>
        <p:spPr>
          <a:xfrm>
            <a:off x="933450" y="1997075"/>
            <a:ext cx="2752725" cy="2459482"/>
          </a:xfrm>
        </p:spPr>
        <p:txBody>
          <a:bodyPr>
            <a:noAutofit/>
          </a:bodyPr>
          <a:lstStyle>
            <a:lvl1pPr marL="0" indent="0">
              <a:buNone/>
              <a:defRPr sz="2000"/>
            </a:lvl1pPr>
          </a:lstStyle>
          <a:p>
            <a:pPr lvl="0"/>
            <a:r>
              <a:rPr lang="en-US" dirty="0"/>
              <a:t>Picture</a:t>
            </a:r>
          </a:p>
        </p:txBody>
      </p:sp>
      <p:sp>
        <p:nvSpPr>
          <p:cNvPr id="6" name="Rectangle 5"/>
          <p:cNvSpPr/>
          <p:nvPr userDrawn="1"/>
        </p:nvSpPr>
        <p:spPr bwMode="auto">
          <a:xfrm>
            <a:off x="4389438" y="1631569"/>
            <a:ext cx="3690939" cy="3191256"/>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8" name="Rectangle 7"/>
          <p:cNvSpPr/>
          <p:nvPr userDrawn="1"/>
        </p:nvSpPr>
        <p:spPr bwMode="auto">
          <a:xfrm>
            <a:off x="8307386" y="1631569"/>
            <a:ext cx="3690939" cy="3191256"/>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2" name="Title 1"/>
          <p:cNvSpPr>
            <a:spLocks noGrp="1"/>
          </p:cNvSpPr>
          <p:nvPr>
            <p:ph type="title" hasCustomPrompt="1"/>
          </p:nvPr>
        </p:nvSpPr>
        <p:spPr>
          <a:xfrm>
            <a:off x="465138" y="632779"/>
            <a:ext cx="11533187" cy="411162"/>
          </a:xfrm>
        </p:spPr>
        <p:txBody>
          <a:bodyPr wrap="square" lIns="0" tIns="0" rIns="0" bIns="0">
            <a:spAutoFit/>
          </a:bodyPr>
          <a:lstStyle>
            <a:lvl1pPr>
              <a:lnSpc>
                <a:spcPts val="3200"/>
              </a:lnSpc>
              <a:defRPr sz="2800">
                <a:solidFill>
                  <a:srgbClr val="2F2F2F"/>
                </a:solidFill>
              </a:defRPr>
            </a:lvl1pPr>
          </a:lstStyle>
          <a:p>
            <a:r>
              <a:rPr lang="en-US" dirty="0"/>
              <a:t>Text option 3: three columns images and text</a:t>
            </a:r>
          </a:p>
        </p:txBody>
      </p:sp>
      <p:sp>
        <p:nvSpPr>
          <p:cNvPr id="5" name="Text Placeholder 4"/>
          <p:cNvSpPr>
            <a:spLocks noGrp="1"/>
          </p:cNvSpPr>
          <p:nvPr>
            <p:ph type="body" sz="quarter" idx="11" hasCustomPrompt="1"/>
          </p:nvPr>
        </p:nvSpPr>
        <p:spPr>
          <a:xfrm>
            <a:off x="465138" y="5026024"/>
            <a:ext cx="3690937" cy="1209675"/>
          </a:xfrm>
        </p:spPr>
        <p:txBody>
          <a:bodyPr lIns="0" tIns="0" rIns="0" bIns="0"/>
          <a:lstStyle>
            <a:lvl1pPr marL="0" indent="0">
              <a:lnSpc>
                <a:spcPts val="1800"/>
              </a:lnSpc>
              <a:spcBef>
                <a:spcPts val="900"/>
              </a:spcBef>
              <a:buNone/>
              <a:defRPr lang="en-US" sz="1400" b="1" kern="1200" spc="0" baseline="0" dirty="0">
                <a:solidFill>
                  <a:schemeClr val="accent1"/>
                </a:solidFill>
                <a:latin typeface="+mn-lt"/>
                <a:ea typeface="+mn-ea"/>
                <a:cs typeface="+mn-cs"/>
              </a:defRPr>
            </a:lvl1pPr>
            <a:lvl2pPr marL="0" marR="0" indent="0" algn="l" defTabSz="932742" rtl="0" eaLnBrk="1" fontAlgn="auto" latinLnBrk="0" hangingPunct="1">
              <a:lnSpc>
                <a:spcPts val="1800"/>
              </a:lnSpc>
              <a:spcBef>
                <a:spcPts val="450"/>
              </a:spcBef>
              <a:spcAft>
                <a:spcPts val="0"/>
              </a:spcAft>
              <a:buClrTx/>
              <a:buSzPct val="90000"/>
              <a:buFont typeface="Arial" panose="020B0604020202020204" pitchFamily="34" charset="0"/>
              <a:buNone/>
              <a:tabLst/>
              <a:defRPr sz="1400">
                <a:solidFill>
                  <a:schemeClr val="tx1"/>
                </a:solidFill>
              </a:defRPr>
            </a:lvl2pPr>
            <a:lvl3pPr marL="457200" indent="0">
              <a:buNone/>
              <a:defRPr/>
            </a:lvl3pPr>
            <a:lvl4pPr marL="685800" indent="0">
              <a:buNone/>
              <a:defRPr/>
            </a:lvl4pPr>
            <a:lvl5pPr marL="914400" indent="0">
              <a:buNone/>
              <a:defRPr/>
            </a:lvl5pPr>
          </a:lstStyle>
          <a:p>
            <a:pPr marL="0" marR="0" lvl="0" indent="0" algn="l" defTabSz="932742" rtl="0" eaLnBrk="1" fontAlgn="auto" latinLnBrk="0" hangingPunct="1">
              <a:lnSpc>
                <a:spcPts val="1800"/>
              </a:lnSpc>
              <a:spcBef>
                <a:spcPts val="900"/>
              </a:spcBef>
              <a:spcAft>
                <a:spcPts val="0"/>
              </a:spcAft>
              <a:buClrTx/>
              <a:buSzPct val="90000"/>
              <a:buFont typeface="Wingdings" panose="05000000000000000000" pitchFamily="2" charset="2"/>
              <a:buNone/>
              <a:tabLst/>
            </a:pPr>
            <a:r>
              <a:rPr lang="en-US" dirty="0"/>
              <a:t>Paragraph title Segoe UI bold 14</a:t>
            </a:r>
          </a:p>
          <a:p>
            <a:pPr lvl="1"/>
            <a:r>
              <a:rPr lang="en-US" dirty="0"/>
              <a:t>Body copy Segoe Regular 14/18.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a:t>
            </a:r>
            <a:r>
              <a:rPr lang="en-US" dirty="0"/>
              <a:t>, </a:t>
            </a:r>
            <a:r>
              <a:rPr lang="en-US" dirty="0" err="1"/>
              <a:t>omnimusdae</a:t>
            </a:r>
            <a:r>
              <a:rPr lang="en-US" dirty="0"/>
              <a:t>. </a:t>
            </a:r>
            <a:r>
              <a:rPr lang="en-US" dirty="0" err="1"/>
              <a:t>Boribus</a:t>
            </a:r>
            <a:r>
              <a:rPr lang="en-US" dirty="0"/>
              <a:t> </a:t>
            </a:r>
            <a:r>
              <a:rPr lang="en-US" dirty="0" err="1"/>
              <a:t>sinctius</a:t>
            </a:r>
            <a:r>
              <a:rPr lang="en-US" dirty="0"/>
              <a:t> </a:t>
            </a:r>
            <a:r>
              <a:rPr lang="en-US" dirty="0" err="1"/>
              <a:t>nimaxime</a:t>
            </a:r>
            <a:r>
              <a:rPr lang="en-US" dirty="0"/>
              <a:t> sit et </a:t>
            </a:r>
            <a:r>
              <a:rPr lang="en-US" dirty="0" err="1"/>
              <a:t>nonsequibus</a:t>
            </a:r>
            <a:r>
              <a:rPr lang="en-US" dirty="0"/>
              <a:t> </a:t>
            </a:r>
            <a:r>
              <a:rPr lang="en-US" dirty="0" err="1"/>
              <a:t>dollendis</a:t>
            </a:r>
            <a:r>
              <a:rPr lang="en-US" dirty="0"/>
              <a:t> as </a:t>
            </a:r>
            <a:r>
              <a:rPr lang="en-US" dirty="0" err="1"/>
              <a:t>autestiatur</a:t>
            </a:r>
            <a:r>
              <a:rPr lang="en-US" dirty="0"/>
              <a:t>.</a:t>
            </a:r>
          </a:p>
        </p:txBody>
      </p:sp>
      <p:sp>
        <p:nvSpPr>
          <p:cNvPr id="9" name="Text Placeholder 4"/>
          <p:cNvSpPr>
            <a:spLocks noGrp="1"/>
          </p:cNvSpPr>
          <p:nvPr>
            <p:ph type="body" sz="quarter" idx="12" hasCustomPrompt="1"/>
          </p:nvPr>
        </p:nvSpPr>
        <p:spPr>
          <a:xfrm>
            <a:off x="4386263" y="5026024"/>
            <a:ext cx="3690937" cy="1209675"/>
          </a:xfrm>
        </p:spPr>
        <p:txBody>
          <a:bodyPr lIns="0" tIns="0" rIns="0" bIns="0"/>
          <a:lstStyle>
            <a:lvl1pPr marL="0" indent="0">
              <a:lnSpc>
                <a:spcPts val="1800"/>
              </a:lnSpc>
              <a:spcBef>
                <a:spcPts val="900"/>
              </a:spcBef>
              <a:buNone/>
              <a:defRPr lang="en-US" sz="1400" b="1" kern="1200" spc="0" baseline="0" dirty="0">
                <a:solidFill>
                  <a:schemeClr val="accent1"/>
                </a:solidFill>
                <a:latin typeface="+mn-lt"/>
                <a:ea typeface="+mn-ea"/>
                <a:cs typeface="+mn-cs"/>
              </a:defRPr>
            </a:lvl1pPr>
            <a:lvl2pPr marL="0" marR="0" indent="0" algn="l" defTabSz="932742" rtl="0" eaLnBrk="1" fontAlgn="auto" latinLnBrk="0" hangingPunct="1">
              <a:lnSpc>
                <a:spcPts val="1800"/>
              </a:lnSpc>
              <a:spcBef>
                <a:spcPts val="450"/>
              </a:spcBef>
              <a:spcAft>
                <a:spcPts val="0"/>
              </a:spcAft>
              <a:buClrTx/>
              <a:buSzPct val="90000"/>
              <a:buFont typeface="Arial" panose="020B0604020202020204" pitchFamily="34" charset="0"/>
              <a:buNone/>
              <a:tabLst/>
              <a:defRPr sz="1400">
                <a:solidFill>
                  <a:schemeClr val="tx1"/>
                </a:solidFill>
              </a:defRPr>
            </a:lvl2pPr>
            <a:lvl3pPr marL="457200" indent="0">
              <a:buNone/>
              <a:defRPr/>
            </a:lvl3pPr>
            <a:lvl4pPr marL="685800" indent="0">
              <a:buNone/>
              <a:defRPr/>
            </a:lvl4pPr>
            <a:lvl5pPr marL="914400" indent="0">
              <a:buNone/>
              <a:defRPr/>
            </a:lvl5pPr>
          </a:lstStyle>
          <a:p>
            <a:pPr marL="0" marR="0" lvl="0" indent="0" algn="l" defTabSz="932742" rtl="0" eaLnBrk="1" fontAlgn="auto" latinLnBrk="0" hangingPunct="1">
              <a:lnSpc>
                <a:spcPts val="1800"/>
              </a:lnSpc>
              <a:spcBef>
                <a:spcPts val="900"/>
              </a:spcBef>
              <a:spcAft>
                <a:spcPts val="0"/>
              </a:spcAft>
              <a:buClrTx/>
              <a:buSzPct val="90000"/>
              <a:buFont typeface="Wingdings" panose="05000000000000000000" pitchFamily="2" charset="2"/>
              <a:buNone/>
              <a:tabLst/>
            </a:pPr>
            <a:r>
              <a:rPr lang="en-US" dirty="0"/>
              <a:t>Paragraph title Segoe UI bold 14</a:t>
            </a:r>
          </a:p>
          <a:p>
            <a:pPr lvl="1"/>
            <a:r>
              <a:rPr lang="en-US" dirty="0"/>
              <a:t>Body copy Segoe Regular 14/18.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a:t>
            </a:r>
            <a:r>
              <a:rPr lang="en-US" dirty="0"/>
              <a:t>, </a:t>
            </a:r>
            <a:r>
              <a:rPr lang="en-US" dirty="0" err="1"/>
              <a:t>omnimusdae</a:t>
            </a:r>
            <a:r>
              <a:rPr lang="en-US" dirty="0"/>
              <a:t>. </a:t>
            </a:r>
            <a:r>
              <a:rPr lang="en-US" dirty="0" err="1"/>
              <a:t>Boribus</a:t>
            </a:r>
            <a:r>
              <a:rPr lang="en-US" dirty="0"/>
              <a:t> </a:t>
            </a:r>
            <a:r>
              <a:rPr lang="en-US" dirty="0" err="1"/>
              <a:t>sinctius</a:t>
            </a:r>
            <a:r>
              <a:rPr lang="en-US" dirty="0"/>
              <a:t> </a:t>
            </a:r>
            <a:r>
              <a:rPr lang="en-US" dirty="0" err="1"/>
              <a:t>nimaxime</a:t>
            </a:r>
            <a:r>
              <a:rPr lang="en-US" dirty="0"/>
              <a:t> sit et </a:t>
            </a:r>
            <a:r>
              <a:rPr lang="en-US" dirty="0" err="1"/>
              <a:t>nonsequibus</a:t>
            </a:r>
            <a:r>
              <a:rPr lang="en-US" dirty="0"/>
              <a:t> </a:t>
            </a:r>
            <a:r>
              <a:rPr lang="en-US" dirty="0" err="1"/>
              <a:t>dollendis</a:t>
            </a:r>
            <a:r>
              <a:rPr lang="en-US" dirty="0"/>
              <a:t> as </a:t>
            </a:r>
            <a:r>
              <a:rPr lang="en-US" dirty="0" err="1"/>
              <a:t>autestiatur</a:t>
            </a:r>
            <a:r>
              <a:rPr lang="en-US" dirty="0"/>
              <a:t>.</a:t>
            </a:r>
          </a:p>
        </p:txBody>
      </p:sp>
      <p:sp>
        <p:nvSpPr>
          <p:cNvPr id="10" name="Text Placeholder 4"/>
          <p:cNvSpPr>
            <a:spLocks noGrp="1"/>
          </p:cNvSpPr>
          <p:nvPr>
            <p:ph type="body" sz="quarter" idx="13" hasCustomPrompt="1"/>
          </p:nvPr>
        </p:nvSpPr>
        <p:spPr>
          <a:xfrm>
            <a:off x="8307388" y="5026024"/>
            <a:ext cx="3690937" cy="1209675"/>
          </a:xfrm>
        </p:spPr>
        <p:txBody>
          <a:bodyPr lIns="0" tIns="0" rIns="0" bIns="0"/>
          <a:lstStyle>
            <a:lvl1pPr marL="0" indent="0">
              <a:lnSpc>
                <a:spcPts val="1800"/>
              </a:lnSpc>
              <a:spcBef>
                <a:spcPts val="900"/>
              </a:spcBef>
              <a:buNone/>
              <a:defRPr lang="en-US" sz="1400" b="1" kern="1200" spc="0" baseline="0" dirty="0">
                <a:solidFill>
                  <a:schemeClr val="accent1"/>
                </a:solidFill>
                <a:latin typeface="+mn-lt"/>
                <a:ea typeface="+mn-ea"/>
                <a:cs typeface="+mn-cs"/>
              </a:defRPr>
            </a:lvl1pPr>
            <a:lvl2pPr marL="0" marR="0" indent="0" algn="l" defTabSz="932742" rtl="0" eaLnBrk="1" fontAlgn="auto" latinLnBrk="0" hangingPunct="1">
              <a:lnSpc>
                <a:spcPts val="1800"/>
              </a:lnSpc>
              <a:spcBef>
                <a:spcPts val="450"/>
              </a:spcBef>
              <a:spcAft>
                <a:spcPts val="0"/>
              </a:spcAft>
              <a:buClrTx/>
              <a:buSzPct val="90000"/>
              <a:buFont typeface="Arial" panose="020B0604020202020204" pitchFamily="34" charset="0"/>
              <a:buNone/>
              <a:tabLst/>
              <a:defRPr sz="1400">
                <a:solidFill>
                  <a:schemeClr val="tx1"/>
                </a:solidFill>
              </a:defRPr>
            </a:lvl2pPr>
            <a:lvl3pPr marL="457200" indent="0">
              <a:buNone/>
              <a:defRPr/>
            </a:lvl3pPr>
            <a:lvl4pPr marL="685800" indent="0">
              <a:buNone/>
              <a:defRPr/>
            </a:lvl4pPr>
            <a:lvl5pPr marL="914400" indent="0">
              <a:buNone/>
              <a:defRPr/>
            </a:lvl5pPr>
          </a:lstStyle>
          <a:p>
            <a:pPr marL="0" marR="0" lvl="0" indent="0" algn="l" defTabSz="932742" rtl="0" eaLnBrk="1" fontAlgn="auto" latinLnBrk="0" hangingPunct="1">
              <a:lnSpc>
                <a:spcPts val="1800"/>
              </a:lnSpc>
              <a:spcBef>
                <a:spcPts val="900"/>
              </a:spcBef>
              <a:spcAft>
                <a:spcPts val="0"/>
              </a:spcAft>
              <a:buClrTx/>
              <a:buSzPct val="90000"/>
              <a:buFont typeface="Wingdings" panose="05000000000000000000" pitchFamily="2" charset="2"/>
              <a:buNone/>
              <a:tabLst/>
            </a:pPr>
            <a:r>
              <a:rPr lang="en-US" dirty="0"/>
              <a:t>Paragraph title Segoe UI bold 14</a:t>
            </a:r>
          </a:p>
          <a:p>
            <a:pPr lvl="1"/>
            <a:r>
              <a:rPr lang="en-US" dirty="0"/>
              <a:t>Body copy Segoe Regular 14/18.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a:t>
            </a:r>
            <a:r>
              <a:rPr lang="en-US" dirty="0"/>
              <a:t>, </a:t>
            </a:r>
            <a:r>
              <a:rPr lang="en-US" dirty="0" err="1"/>
              <a:t>omnimusdae</a:t>
            </a:r>
            <a:r>
              <a:rPr lang="en-US" dirty="0"/>
              <a:t>. </a:t>
            </a:r>
            <a:r>
              <a:rPr lang="en-US" dirty="0" err="1"/>
              <a:t>Boribus</a:t>
            </a:r>
            <a:r>
              <a:rPr lang="en-US" dirty="0"/>
              <a:t> </a:t>
            </a:r>
            <a:r>
              <a:rPr lang="en-US" dirty="0" err="1"/>
              <a:t>sinctius</a:t>
            </a:r>
            <a:r>
              <a:rPr lang="en-US" dirty="0"/>
              <a:t> </a:t>
            </a:r>
            <a:r>
              <a:rPr lang="en-US" dirty="0" err="1"/>
              <a:t>nimaxime</a:t>
            </a:r>
            <a:r>
              <a:rPr lang="en-US" dirty="0"/>
              <a:t> sit et </a:t>
            </a:r>
            <a:r>
              <a:rPr lang="en-US" dirty="0" err="1"/>
              <a:t>nonsequibus</a:t>
            </a:r>
            <a:r>
              <a:rPr lang="en-US" dirty="0"/>
              <a:t> </a:t>
            </a:r>
            <a:r>
              <a:rPr lang="en-US" dirty="0" err="1"/>
              <a:t>dollendis</a:t>
            </a:r>
            <a:r>
              <a:rPr lang="en-US" dirty="0"/>
              <a:t> as </a:t>
            </a:r>
            <a:r>
              <a:rPr lang="en-US" dirty="0" err="1"/>
              <a:t>autestiatur</a:t>
            </a:r>
            <a:r>
              <a:rPr lang="en-US" dirty="0"/>
              <a:t>.</a:t>
            </a:r>
          </a:p>
        </p:txBody>
      </p:sp>
      <p:sp>
        <p:nvSpPr>
          <p:cNvPr id="17" name="Content Placeholder 15"/>
          <p:cNvSpPr>
            <a:spLocks noGrp="1"/>
          </p:cNvSpPr>
          <p:nvPr>
            <p:ph sz="quarter" idx="18" hasCustomPrompt="1"/>
          </p:nvPr>
        </p:nvSpPr>
        <p:spPr>
          <a:xfrm>
            <a:off x="4855368" y="1997075"/>
            <a:ext cx="2752725" cy="2459482"/>
          </a:xfrm>
        </p:spPr>
        <p:txBody>
          <a:bodyPr>
            <a:noAutofit/>
          </a:bodyPr>
          <a:lstStyle>
            <a:lvl1pPr marL="0" indent="0">
              <a:buNone/>
              <a:defRPr sz="2000"/>
            </a:lvl1pPr>
          </a:lstStyle>
          <a:p>
            <a:pPr lvl="0"/>
            <a:r>
              <a:rPr lang="en-US" dirty="0"/>
              <a:t>Picture</a:t>
            </a:r>
          </a:p>
        </p:txBody>
      </p:sp>
      <p:sp>
        <p:nvSpPr>
          <p:cNvPr id="18" name="Content Placeholder 15"/>
          <p:cNvSpPr>
            <a:spLocks noGrp="1"/>
          </p:cNvSpPr>
          <p:nvPr>
            <p:ph sz="quarter" idx="19" hasCustomPrompt="1"/>
          </p:nvPr>
        </p:nvSpPr>
        <p:spPr>
          <a:xfrm>
            <a:off x="8777286" y="1997075"/>
            <a:ext cx="2752725" cy="2459482"/>
          </a:xfrm>
        </p:spPr>
        <p:txBody>
          <a:bodyPr>
            <a:noAutofit/>
          </a:bodyPr>
          <a:lstStyle>
            <a:lvl1pPr marL="0" indent="0">
              <a:buNone/>
              <a:defRPr sz="2000"/>
            </a:lvl1pPr>
          </a:lstStyle>
          <a:p>
            <a:pPr lvl="0"/>
            <a:r>
              <a:rPr lang="en-US" dirty="0"/>
              <a:t>Picture</a:t>
            </a:r>
          </a:p>
        </p:txBody>
      </p:sp>
    </p:spTree>
    <p:extLst>
      <p:ext uri="{BB962C8B-B14F-4D97-AF65-F5344CB8AC3E}">
        <p14:creationId xmlns:p14="http://schemas.microsoft.com/office/powerpoint/2010/main" val="785199377"/>
      </p:ext>
    </p:extLst>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ext option 4">
    <p:spTree>
      <p:nvGrpSpPr>
        <p:cNvPr id="1" name=""/>
        <p:cNvGrpSpPr/>
        <p:nvPr/>
      </p:nvGrpSpPr>
      <p:grpSpPr>
        <a:xfrm>
          <a:off x="0" y="0"/>
          <a:ext cx="0" cy="0"/>
          <a:chOff x="0" y="0"/>
          <a:chExt cx="0" cy="0"/>
        </a:xfrm>
      </p:grpSpPr>
      <p:sp>
        <p:nvSpPr>
          <p:cNvPr id="24" name="Content Placeholder 15"/>
          <p:cNvSpPr>
            <a:spLocks noGrp="1"/>
          </p:cNvSpPr>
          <p:nvPr>
            <p:ph sz="quarter" idx="25" hasCustomPrompt="1"/>
          </p:nvPr>
        </p:nvSpPr>
        <p:spPr>
          <a:xfrm>
            <a:off x="465139" y="2178680"/>
            <a:ext cx="1727200" cy="1042035"/>
          </a:xfrm>
        </p:spPr>
        <p:txBody>
          <a:bodyPr>
            <a:noAutofit/>
          </a:bodyPr>
          <a:lstStyle>
            <a:lvl1pPr marL="0" indent="0">
              <a:buNone/>
              <a:defRPr sz="2000"/>
            </a:lvl1pPr>
          </a:lstStyle>
          <a:p>
            <a:pPr lvl="0"/>
            <a:r>
              <a:rPr lang="en-US" dirty="0"/>
              <a:t>Picture</a:t>
            </a:r>
          </a:p>
        </p:txBody>
      </p:sp>
      <p:sp>
        <p:nvSpPr>
          <p:cNvPr id="2" name="Title 1"/>
          <p:cNvSpPr>
            <a:spLocks noGrp="1"/>
          </p:cNvSpPr>
          <p:nvPr>
            <p:ph type="title" hasCustomPrompt="1"/>
          </p:nvPr>
        </p:nvSpPr>
        <p:spPr>
          <a:xfrm>
            <a:off x="465138" y="632779"/>
            <a:ext cx="11533187" cy="411162"/>
          </a:xfrm>
        </p:spPr>
        <p:txBody>
          <a:bodyPr wrap="square" lIns="0" tIns="0" rIns="0" bIns="0">
            <a:spAutoFit/>
          </a:bodyPr>
          <a:lstStyle>
            <a:lvl1pPr>
              <a:lnSpc>
                <a:spcPts val="3200"/>
              </a:lnSpc>
              <a:defRPr sz="2800">
                <a:solidFill>
                  <a:srgbClr val="2F2F2F"/>
                </a:solidFill>
              </a:defRPr>
            </a:lvl1pPr>
          </a:lstStyle>
          <a:p>
            <a:r>
              <a:rPr lang="en-US" dirty="0"/>
              <a:t>Text option 4: six columns (numbered list)</a:t>
            </a:r>
          </a:p>
        </p:txBody>
      </p:sp>
      <p:sp>
        <p:nvSpPr>
          <p:cNvPr id="5" name="Text Placeholder 4"/>
          <p:cNvSpPr>
            <a:spLocks noGrp="1"/>
          </p:cNvSpPr>
          <p:nvPr>
            <p:ph type="body" sz="quarter" idx="11" hasCustomPrompt="1"/>
          </p:nvPr>
        </p:nvSpPr>
        <p:spPr>
          <a:xfrm>
            <a:off x="465139" y="3230880"/>
            <a:ext cx="1727200" cy="2834109"/>
          </a:xfrm>
        </p:spPr>
        <p:txBody>
          <a:bodyPr lIns="0" tIns="0" rIns="0" bIns="0"/>
          <a:lstStyle>
            <a:lvl1pPr marL="0" indent="0">
              <a:lnSpc>
                <a:spcPts val="1800"/>
              </a:lnSpc>
              <a:spcBef>
                <a:spcPts val="900"/>
              </a:spcBef>
              <a:buNone/>
              <a:defRPr lang="en-US" sz="1400" b="1" kern="1200" spc="0" baseline="0" dirty="0">
                <a:solidFill>
                  <a:schemeClr val="accent1"/>
                </a:solidFill>
                <a:latin typeface="+mn-lt"/>
                <a:ea typeface="+mn-ea"/>
                <a:cs typeface="+mn-cs"/>
              </a:defRPr>
            </a:lvl1pPr>
            <a:lvl2pPr marL="0" marR="0" indent="0" algn="l" defTabSz="932742" rtl="0" eaLnBrk="1" fontAlgn="auto" latinLnBrk="0" hangingPunct="1">
              <a:lnSpc>
                <a:spcPts val="1800"/>
              </a:lnSpc>
              <a:spcBef>
                <a:spcPts val="450"/>
              </a:spcBef>
              <a:spcAft>
                <a:spcPts val="0"/>
              </a:spcAft>
              <a:buClrTx/>
              <a:buSzPct val="90000"/>
              <a:buFont typeface="Arial" panose="020B0604020202020204" pitchFamily="34" charset="0"/>
              <a:buNone/>
              <a:tabLst/>
              <a:defRPr sz="1400">
                <a:solidFill>
                  <a:schemeClr val="tx1"/>
                </a:solidFill>
              </a:defRPr>
            </a:lvl2pPr>
            <a:lvl3pPr marL="457200" indent="0">
              <a:buNone/>
              <a:defRPr/>
            </a:lvl3pPr>
            <a:lvl4pPr marL="685800" indent="0">
              <a:buNone/>
              <a:defRPr/>
            </a:lvl4pPr>
            <a:lvl5pPr marL="914400" indent="0">
              <a:buNone/>
              <a:defRPr/>
            </a:lvl5pPr>
          </a:lstStyle>
          <a:p>
            <a:pPr marL="0" marR="0" lvl="0" indent="0" algn="l" defTabSz="932742" rtl="0" eaLnBrk="1" fontAlgn="auto" latinLnBrk="0" hangingPunct="1">
              <a:lnSpc>
                <a:spcPts val="1800"/>
              </a:lnSpc>
              <a:spcBef>
                <a:spcPts val="900"/>
              </a:spcBef>
              <a:spcAft>
                <a:spcPts val="0"/>
              </a:spcAft>
              <a:buClrTx/>
              <a:buSzPct val="90000"/>
              <a:buFont typeface="Wingdings" panose="05000000000000000000" pitchFamily="2" charset="2"/>
              <a:buNone/>
              <a:tabLst/>
            </a:pPr>
            <a:r>
              <a:rPr lang="en-US" dirty="0"/>
              <a:t>Paragraph title Segoe UI bold 14</a:t>
            </a:r>
          </a:p>
          <a:p>
            <a:pPr lvl="1"/>
            <a:r>
              <a:rPr lang="en-US" dirty="0"/>
              <a:t>Body copy Segoe Regular 14/18.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Unt</a:t>
            </a:r>
            <a:r>
              <a:rPr lang="en-US" dirty="0"/>
              <a:t> faces et </a:t>
            </a:r>
            <a:r>
              <a:rPr lang="en-US" dirty="0" err="1"/>
              <a:t>labore</a:t>
            </a:r>
            <a:r>
              <a:rPr lang="en-US" dirty="0"/>
              <a:t> </a:t>
            </a:r>
            <a:r>
              <a:rPr lang="en-US" dirty="0" err="1"/>
              <a:t>ium</a:t>
            </a:r>
            <a:r>
              <a:rPr lang="en-US" dirty="0"/>
              <a:t> el id et re od </a:t>
            </a:r>
            <a:r>
              <a:rPr lang="en-US" dirty="0" err="1"/>
              <a:t>utem</a:t>
            </a:r>
            <a:r>
              <a:rPr lang="en-US" dirty="0"/>
              <a:t> que </a:t>
            </a:r>
            <a:r>
              <a:rPr lang="en-US" dirty="0" err="1"/>
              <a:t>nist</a:t>
            </a:r>
            <a:r>
              <a:rPr lang="en-US" dirty="0"/>
              <a:t> et </a:t>
            </a:r>
            <a:r>
              <a:rPr lang="en-US" dirty="0" err="1"/>
              <a:t>ped</a:t>
            </a:r>
            <a:r>
              <a:rPr lang="en-US" dirty="0"/>
              <a:t> </a:t>
            </a:r>
            <a:r>
              <a:rPr lang="en-US" dirty="0" err="1"/>
              <a:t>quia</a:t>
            </a:r>
            <a:r>
              <a:rPr lang="en-US" dirty="0"/>
              <a:t> </a:t>
            </a:r>
            <a:r>
              <a:rPr lang="en-US" dirty="0" err="1"/>
              <a:t>dolore</a:t>
            </a:r>
            <a:r>
              <a:rPr lang="en-US" dirty="0"/>
              <a:t> is et lam, </a:t>
            </a:r>
            <a:r>
              <a:rPr lang="en-US" dirty="0" err="1"/>
              <a:t>vendunt</a:t>
            </a:r>
            <a:r>
              <a:rPr lang="en-US" dirty="0"/>
              <a:t> </a:t>
            </a:r>
            <a:r>
              <a:rPr lang="en-US" dirty="0" err="1"/>
              <a:t>voluptatur</a:t>
            </a:r>
            <a:r>
              <a:rPr lang="en-US" dirty="0"/>
              <a:t>. </a:t>
            </a:r>
          </a:p>
        </p:txBody>
      </p:sp>
      <p:sp>
        <p:nvSpPr>
          <p:cNvPr id="14" name="Text Placeholder 4"/>
          <p:cNvSpPr>
            <a:spLocks noGrp="1"/>
          </p:cNvSpPr>
          <p:nvPr>
            <p:ph type="body" sz="quarter" idx="15" hasCustomPrompt="1"/>
          </p:nvPr>
        </p:nvSpPr>
        <p:spPr>
          <a:xfrm>
            <a:off x="2426019" y="3230880"/>
            <a:ext cx="1727200" cy="2817053"/>
          </a:xfrm>
        </p:spPr>
        <p:txBody>
          <a:bodyPr lIns="0" tIns="0" rIns="0" bIns="0"/>
          <a:lstStyle>
            <a:lvl1pPr marL="0" indent="0">
              <a:lnSpc>
                <a:spcPts val="1800"/>
              </a:lnSpc>
              <a:spcBef>
                <a:spcPts val="900"/>
              </a:spcBef>
              <a:buNone/>
              <a:defRPr lang="en-US" sz="1400" b="1" kern="1200" spc="0" baseline="0" dirty="0">
                <a:solidFill>
                  <a:schemeClr val="accent1"/>
                </a:solidFill>
                <a:latin typeface="+mn-lt"/>
                <a:ea typeface="+mn-ea"/>
                <a:cs typeface="+mn-cs"/>
              </a:defRPr>
            </a:lvl1pPr>
            <a:lvl2pPr marL="0" marR="0" indent="0" algn="l" defTabSz="932742" rtl="0" eaLnBrk="1" fontAlgn="auto" latinLnBrk="0" hangingPunct="1">
              <a:lnSpc>
                <a:spcPts val="1800"/>
              </a:lnSpc>
              <a:spcBef>
                <a:spcPts val="450"/>
              </a:spcBef>
              <a:spcAft>
                <a:spcPts val="0"/>
              </a:spcAft>
              <a:buClrTx/>
              <a:buSzPct val="90000"/>
              <a:buFont typeface="Arial" panose="020B0604020202020204" pitchFamily="34" charset="0"/>
              <a:buNone/>
              <a:tabLst/>
              <a:defRPr sz="1400">
                <a:solidFill>
                  <a:schemeClr val="tx1"/>
                </a:solidFill>
              </a:defRPr>
            </a:lvl2pPr>
            <a:lvl3pPr marL="457200" indent="0">
              <a:buNone/>
              <a:defRPr/>
            </a:lvl3pPr>
            <a:lvl4pPr marL="685800" indent="0">
              <a:buNone/>
              <a:defRPr/>
            </a:lvl4pPr>
            <a:lvl5pPr marL="914400" indent="0">
              <a:buNone/>
              <a:defRPr/>
            </a:lvl5pPr>
          </a:lstStyle>
          <a:p>
            <a:pPr lvl="0"/>
            <a:r>
              <a:rPr lang="en-US" dirty="0"/>
              <a:t>Paragraph title Segoe UI bold 14</a:t>
            </a:r>
          </a:p>
          <a:p>
            <a:pPr lvl="1"/>
            <a:r>
              <a:rPr lang="en-US" dirty="0"/>
              <a:t>Body copy Segoe Regular 14/18.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Unt</a:t>
            </a:r>
            <a:r>
              <a:rPr lang="en-US" dirty="0"/>
              <a:t> faces et </a:t>
            </a:r>
            <a:r>
              <a:rPr lang="en-US" dirty="0" err="1"/>
              <a:t>labore</a:t>
            </a:r>
            <a:r>
              <a:rPr lang="en-US" dirty="0"/>
              <a:t> </a:t>
            </a:r>
            <a:r>
              <a:rPr lang="en-US" dirty="0" err="1"/>
              <a:t>ium</a:t>
            </a:r>
            <a:r>
              <a:rPr lang="en-US" dirty="0"/>
              <a:t> el id et re od </a:t>
            </a:r>
            <a:r>
              <a:rPr lang="en-US" dirty="0" err="1"/>
              <a:t>utem</a:t>
            </a:r>
            <a:r>
              <a:rPr lang="en-US" dirty="0"/>
              <a:t> que </a:t>
            </a:r>
            <a:r>
              <a:rPr lang="en-US" dirty="0" err="1"/>
              <a:t>nist</a:t>
            </a:r>
            <a:r>
              <a:rPr lang="en-US" dirty="0"/>
              <a:t> et </a:t>
            </a:r>
            <a:r>
              <a:rPr lang="en-US" dirty="0" err="1"/>
              <a:t>ped</a:t>
            </a:r>
            <a:r>
              <a:rPr lang="en-US" dirty="0"/>
              <a:t> </a:t>
            </a:r>
            <a:r>
              <a:rPr lang="en-US" dirty="0" err="1"/>
              <a:t>quia</a:t>
            </a:r>
            <a:r>
              <a:rPr lang="en-US" dirty="0"/>
              <a:t> </a:t>
            </a:r>
            <a:r>
              <a:rPr lang="en-US" dirty="0" err="1"/>
              <a:t>dolore</a:t>
            </a:r>
            <a:r>
              <a:rPr lang="en-US" dirty="0"/>
              <a:t> is et lam, </a:t>
            </a:r>
            <a:r>
              <a:rPr lang="en-US" dirty="0" err="1"/>
              <a:t>vendunt</a:t>
            </a:r>
            <a:r>
              <a:rPr lang="en-US" dirty="0"/>
              <a:t> </a:t>
            </a:r>
            <a:r>
              <a:rPr lang="en-US" dirty="0" err="1"/>
              <a:t>voluptatur</a:t>
            </a:r>
            <a:r>
              <a:rPr lang="en-US" dirty="0"/>
              <a:t>. </a:t>
            </a:r>
          </a:p>
        </p:txBody>
      </p:sp>
      <p:sp>
        <p:nvSpPr>
          <p:cNvPr id="16" name="Text Placeholder 4"/>
          <p:cNvSpPr>
            <a:spLocks noGrp="1"/>
          </p:cNvSpPr>
          <p:nvPr>
            <p:ph type="body" sz="quarter" idx="17" hasCustomPrompt="1"/>
          </p:nvPr>
        </p:nvSpPr>
        <p:spPr>
          <a:xfrm>
            <a:off x="4386899" y="3230880"/>
            <a:ext cx="1727200" cy="2817053"/>
          </a:xfrm>
        </p:spPr>
        <p:txBody>
          <a:bodyPr lIns="0" tIns="0" rIns="0" bIns="0"/>
          <a:lstStyle>
            <a:lvl1pPr marL="0" marR="0" indent="0" algn="l" defTabSz="932742" rtl="0" eaLnBrk="1" fontAlgn="auto" latinLnBrk="0" hangingPunct="1">
              <a:lnSpc>
                <a:spcPts val="1800"/>
              </a:lnSpc>
              <a:spcBef>
                <a:spcPts val="900"/>
              </a:spcBef>
              <a:spcAft>
                <a:spcPts val="0"/>
              </a:spcAft>
              <a:buClrTx/>
              <a:buSzPct val="90000"/>
              <a:buFont typeface="Wingdings" panose="05000000000000000000" pitchFamily="2" charset="2"/>
              <a:buNone/>
              <a:tabLst/>
              <a:defRPr lang="en-US" sz="1400" b="1" kern="1200" spc="0" baseline="0" dirty="0">
                <a:solidFill>
                  <a:schemeClr val="accent1"/>
                </a:solidFill>
                <a:latin typeface="+mn-lt"/>
                <a:ea typeface="+mn-ea"/>
                <a:cs typeface="+mn-cs"/>
              </a:defRPr>
            </a:lvl1pPr>
            <a:lvl2pPr marL="0" marR="0" indent="0" algn="l" defTabSz="932742" rtl="0" eaLnBrk="1" fontAlgn="auto" latinLnBrk="0" hangingPunct="1">
              <a:lnSpc>
                <a:spcPts val="1800"/>
              </a:lnSpc>
              <a:spcBef>
                <a:spcPts val="450"/>
              </a:spcBef>
              <a:spcAft>
                <a:spcPts val="0"/>
              </a:spcAft>
              <a:buClrTx/>
              <a:buSzPct val="90000"/>
              <a:buFont typeface="Arial" panose="020B0604020202020204" pitchFamily="34" charset="0"/>
              <a:buNone/>
              <a:tabLst/>
              <a:defRPr sz="1400">
                <a:solidFill>
                  <a:schemeClr val="tx1"/>
                </a:solidFill>
              </a:defRPr>
            </a:lvl2pPr>
            <a:lvl3pPr marL="457200" indent="0">
              <a:buNone/>
              <a:defRPr/>
            </a:lvl3pPr>
            <a:lvl4pPr marL="685800" indent="0">
              <a:buNone/>
              <a:defRPr/>
            </a:lvl4pPr>
            <a:lvl5pPr marL="914400" indent="0">
              <a:buNone/>
              <a:defRPr/>
            </a:lvl5pPr>
          </a:lstStyle>
          <a:p>
            <a:pPr marL="0" marR="0" lvl="0" indent="0" algn="l" defTabSz="932742" rtl="0" eaLnBrk="1" fontAlgn="auto" latinLnBrk="0" hangingPunct="1">
              <a:lnSpc>
                <a:spcPts val="1800"/>
              </a:lnSpc>
              <a:spcBef>
                <a:spcPts val="900"/>
              </a:spcBef>
              <a:spcAft>
                <a:spcPts val="0"/>
              </a:spcAft>
              <a:buClrTx/>
              <a:buSzPct val="90000"/>
              <a:buFont typeface="Wingdings" panose="05000000000000000000" pitchFamily="2" charset="2"/>
              <a:buNone/>
              <a:tabLst/>
            </a:pPr>
            <a:r>
              <a:rPr lang="en-US" dirty="0"/>
              <a:t>Paragraph title Segoe UI bold 14</a:t>
            </a:r>
          </a:p>
          <a:p>
            <a:pPr lvl="1"/>
            <a:r>
              <a:rPr lang="en-US" dirty="0"/>
              <a:t>Body copy Segoe Regular 14/18.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Unt</a:t>
            </a:r>
            <a:r>
              <a:rPr lang="en-US" dirty="0"/>
              <a:t> faces et </a:t>
            </a:r>
            <a:r>
              <a:rPr lang="en-US" dirty="0" err="1"/>
              <a:t>labore</a:t>
            </a:r>
            <a:r>
              <a:rPr lang="en-US" dirty="0"/>
              <a:t> </a:t>
            </a:r>
            <a:r>
              <a:rPr lang="en-US" dirty="0" err="1"/>
              <a:t>ium</a:t>
            </a:r>
            <a:r>
              <a:rPr lang="en-US" dirty="0"/>
              <a:t> el id et re od </a:t>
            </a:r>
            <a:r>
              <a:rPr lang="en-US" dirty="0" err="1"/>
              <a:t>utem</a:t>
            </a:r>
            <a:r>
              <a:rPr lang="en-US" dirty="0"/>
              <a:t> que </a:t>
            </a:r>
            <a:r>
              <a:rPr lang="en-US" dirty="0" err="1"/>
              <a:t>nist</a:t>
            </a:r>
            <a:r>
              <a:rPr lang="en-US" dirty="0"/>
              <a:t> et </a:t>
            </a:r>
            <a:r>
              <a:rPr lang="en-US" dirty="0" err="1"/>
              <a:t>ped</a:t>
            </a:r>
            <a:r>
              <a:rPr lang="en-US" dirty="0"/>
              <a:t> </a:t>
            </a:r>
            <a:r>
              <a:rPr lang="en-US" dirty="0" err="1"/>
              <a:t>quia</a:t>
            </a:r>
            <a:r>
              <a:rPr lang="en-US" dirty="0"/>
              <a:t> </a:t>
            </a:r>
            <a:r>
              <a:rPr lang="en-US" dirty="0" err="1"/>
              <a:t>dolore</a:t>
            </a:r>
            <a:r>
              <a:rPr lang="en-US" dirty="0"/>
              <a:t> is et lam, </a:t>
            </a:r>
            <a:r>
              <a:rPr lang="en-US" dirty="0" err="1"/>
              <a:t>vendunt</a:t>
            </a:r>
            <a:r>
              <a:rPr lang="en-US" dirty="0"/>
              <a:t> </a:t>
            </a:r>
            <a:r>
              <a:rPr lang="en-US" dirty="0" err="1"/>
              <a:t>voluptatur</a:t>
            </a:r>
            <a:r>
              <a:rPr lang="en-US" dirty="0"/>
              <a:t>. </a:t>
            </a:r>
          </a:p>
        </p:txBody>
      </p:sp>
      <p:sp>
        <p:nvSpPr>
          <p:cNvPr id="18" name="Text Placeholder 4"/>
          <p:cNvSpPr>
            <a:spLocks noGrp="1"/>
          </p:cNvSpPr>
          <p:nvPr>
            <p:ph type="body" sz="quarter" idx="19" hasCustomPrompt="1"/>
          </p:nvPr>
        </p:nvSpPr>
        <p:spPr>
          <a:xfrm>
            <a:off x="6347779" y="3230880"/>
            <a:ext cx="1727200" cy="2817053"/>
          </a:xfrm>
        </p:spPr>
        <p:txBody>
          <a:bodyPr lIns="0" tIns="0" rIns="0" bIns="0"/>
          <a:lstStyle>
            <a:lvl1pPr marL="0" marR="0" indent="0" algn="l" defTabSz="932742" rtl="0" eaLnBrk="1" fontAlgn="auto" latinLnBrk="0" hangingPunct="1">
              <a:lnSpc>
                <a:spcPts val="1800"/>
              </a:lnSpc>
              <a:spcBef>
                <a:spcPts val="900"/>
              </a:spcBef>
              <a:spcAft>
                <a:spcPts val="0"/>
              </a:spcAft>
              <a:buClrTx/>
              <a:buSzPct val="90000"/>
              <a:buFont typeface="Wingdings" panose="05000000000000000000" pitchFamily="2" charset="2"/>
              <a:buNone/>
              <a:tabLst/>
              <a:defRPr lang="en-US" sz="1400" b="1" kern="1200" spc="0" baseline="0" dirty="0">
                <a:solidFill>
                  <a:schemeClr val="accent1"/>
                </a:solidFill>
                <a:latin typeface="+mn-lt"/>
                <a:ea typeface="+mn-ea"/>
                <a:cs typeface="+mn-cs"/>
              </a:defRPr>
            </a:lvl1pPr>
            <a:lvl2pPr marL="0" marR="0" indent="0" algn="l" defTabSz="932742" rtl="0" eaLnBrk="1" fontAlgn="auto" latinLnBrk="0" hangingPunct="1">
              <a:lnSpc>
                <a:spcPts val="1800"/>
              </a:lnSpc>
              <a:spcBef>
                <a:spcPts val="450"/>
              </a:spcBef>
              <a:spcAft>
                <a:spcPts val="0"/>
              </a:spcAft>
              <a:buClrTx/>
              <a:buSzPct val="90000"/>
              <a:buFont typeface="Arial" panose="020B0604020202020204" pitchFamily="34" charset="0"/>
              <a:buNone/>
              <a:tabLst/>
              <a:defRPr sz="1400">
                <a:solidFill>
                  <a:schemeClr val="tx1"/>
                </a:solidFill>
              </a:defRPr>
            </a:lvl2pPr>
            <a:lvl3pPr marL="457200" indent="0">
              <a:buNone/>
              <a:defRPr/>
            </a:lvl3pPr>
            <a:lvl4pPr marL="685800" indent="0">
              <a:buNone/>
              <a:defRPr/>
            </a:lvl4pPr>
            <a:lvl5pPr marL="914400" indent="0">
              <a:buNone/>
              <a:defRPr/>
            </a:lvl5pPr>
          </a:lstStyle>
          <a:p>
            <a:pPr marL="0" marR="0" lvl="0" indent="0" algn="l" defTabSz="932742" rtl="0" eaLnBrk="1" fontAlgn="auto" latinLnBrk="0" hangingPunct="1">
              <a:lnSpc>
                <a:spcPts val="1800"/>
              </a:lnSpc>
              <a:spcBef>
                <a:spcPts val="900"/>
              </a:spcBef>
              <a:spcAft>
                <a:spcPts val="0"/>
              </a:spcAft>
              <a:buClrTx/>
              <a:buSzPct val="90000"/>
              <a:buFont typeface="Wingdings" panose="05000000000000000000" pitchFamily="2" charset="2"/>
              <a:buNone/>
              <a:tabLst/>
            </a:pPr>
            <a:r>
              <a:rPr lang="en-US" dirty="0"/>
              <a:t>Paragraph title Segoe UI bold 14</a:t>
            </a:r>
          </a:p>
          <a:p>
            <a:pPr lvl="1"/>
            <a:r>
              <a:rPr lang="en-US" dirty="0"/>
              <a:t>Body copy Segoe Regular 14/18.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Unt</a:t>
            </a:r>
            <a:r>
              <a:rPr lang="en-US" dirty="0"/>
              <a:t> faces et </a:t>
            </a:r>
            <a:r>
              <a:rPr lang="en-US" dirty="0" err="1"/>
              <a:t>labore</a:t>
            </a:r>
            <a:r>
              <a:rPr lang="en-US" dirty="0"/>
              <a:t> </a:t>
            </a:r>
            <a:r>
              <a:rPr lang="en-US" dirty="0" err="1"/>
              <a:t>ium</a:t>
            </a:r>
            <a:r>
              <a:rPr lang="en-US" dirty="0"/>
              <a:t> el id et re od </a:t>
            </a:r>
            <a:r>
              <a:rPr lang="en-US" dirty="0" err="1"/>
              <a:t>utem</a:t>
            </a:r>
            <a:r>
              <a:rPr lang="en-US" dirty="0"/>
              <a:t> que </a:t>
            </a:r>
            <a:r>
              <a:rPr lang="en-US" dirty="0" err="1"/>
              <a:t>nist</a:t>
            </a:r>
            <a:r>
              <a:rPr lang="en-US" dirty="0"/>
              <a:t> et </a:t>
            </a:r>
            <a:r>
              <a:rPr lang="en-US" dirty="0" err="1"/>
              <a:t>ped</a:t>
            </a:r>
            <a:r>
              <a:rPr lang="en-US" dirty="0"/>
              <a:t> </a:t>
            </a:r>
            <a:r>
              <a:rPr lang="en-US" dirty="0" err="1"/>
              <a:t>quia</a:t>
            </a:r>
            <a:r>
              <a:rPr lang="en-US" dirty="0"/>
              <a:t> </a:t>
            </a:r>
            <a:r>
              <a:rPr lang="en-US" dirty="0" err="1"/>
              <a:t>dolore</a:t>
            </a:r>
            <a:r>
              <a:rPr lang="en-US" dirty="0"/>
              <a:t> is et lam, </a:t>
            </a:r>
            <a:r>
              <a:rPr lang="en-US" dirty="0" err="1"/>
              <a:t>vendunt</a:t>
            </a:r>
            <a:r>
              <a:rPr lang="en-US" dirty="0"/>
              <a:t> </a:t>
            </a:r>
            <a:r>
              <a:rPr lang="en-US" dirty="0" err="1"/>
              <a:t>voluptatur</a:t>
            </a:r>
            <a:r>
              <a:rPr lang="en-US" dirty="0"/>
              <a:t>. </a:t>
            </a:r>
          </a:p>
        </p:txBody>
      </p:sp>
      <p:sp>
        <p:nvSpPr>
          <p:cNvPr id="20" name="Text Placeholder 4"/>
          <p:cNvSpPr>
            <a:spLocks noGrp="1"/>
          </p:cNvSpPr>
          <p:nvPr>
            <p:ph type="body" sz="quarter" idx="21" hasCustomPrompt="1"/>
          </p:nvPr>
        </p:nvSpPr>
        <p:spPr>
          <a:xfrm>
            <a:off x="8308659" y="3230880"/>
            <a:ext cx="1727200" cy="2817053"/>
          </a:xfrm>
        </p:spPr>
        <p:txBody>
          <a:bodyPr lIns="0" tIns="0" rIns="0" bIns="0"/>
          <a:lstStyle>
            <a:lvl1pPr marL="0" marR="0" indent="0" algn="l" defTabSz="932742" rtl="0" eaLnBrk="1" fontAlgn="auto" latinLnBrk="0" hangingPunct="1">
              <a:lnSpc>
                <a:spcPts val="1800"/>
              </a:lnSpc>
              <a:spcBef>
                <a:spcPts val="900"/>
              </a:spcBef>
              <a:spcAft>
                <a:spcPts val="0"/>
              </a:spcAft>
              <a:buClrTx/>
              <a:buSzPct val="90000"/>
              <a:buFont typeface="Wingdings" panose="05000000000000000000" pitchFamily="2" charset="2"/>
              <a:buNone/>
              <a:tabLst/>
              <a:defRPr lang="en-US" sz="1400" b="1" kern="1200" spc="0" baseline="0" dirty="0">
                <a:solidFill>
                  <a:schemeClr val="accent1"/>
                </a:solidFill>
                <a:latin typeface="+mn-lt"/>
                <a:ea typeface="+mn-ea"/>
                <a:cs typeface="+mn-cs"/>
              </a:defRPr>
            </a:lvl1pPr>
            <a:lvl2pPr marL="0" marR="0" indent="0" algn="l" defTabSz="932742" rtl="0" eaLnBrk="1" fontAlgn="auto" latinLnBrk="0" hangingPunct="1">
              <a:lnSpc>
                <a:spcPts val="1800"/>
              </a:lnSpc>
              <a:spcBef>
                <a:spcPts val="450"/>
              </a:spcBef>
              <a:spcAft>
                <a:spcPts val="0"/>
              </a:spcAft>
              <a:buClrTx/>
              <a:buSzPct val="90000"/>
              <a:buFont typeface="Arial" panose="020B0604020202020204" pitchFamily="34" charset="0"/>
              <a:buNone/>
              <a:tabLst/>
              <a:defRPr sz="1400">
                <a:solidFill>
                  <a:schemeClr val="tx1"/>
                </a:solidFill>
              </a:defRPr>
            </a:lvl2pPr>
            <a:lvl3pPr marL="457200" indent="0">
              <a:buNone/>
              <a:defRPr/>
            </a:lvl3pPr>
            <a:lvl4pPr marL="685800" indent="0">
              <a:buNone/>
              <a:defRPr/>
            </a:lvl4pPr>
            <a:lvl5pPr marL="914400" indent="0">
              <a:buNone/>
              <a:defRPr/>
            </a:lvl5pPr>
          </a:lstStyle>
          <a:p>
            <a:pPr marL="0" marR="0" lvl="0" indent="0" algn="l" defTabSz="932742" rtl="0" eaLnBrk="1" fontAlgn="auto" latinLnBrk="0" hangingPunct="1">
              <a:lnSpc>
                <a:spcPts val="1800"/>
              </a:lnSpc>
              <a:spcBef>
                <a:spcPts val="900"/>
              </a:spcBef>
              <a:spcAft>
                <a:spcPts val="0"/>
              </a:spcAft>
              <a:buClrTx/>
              <a:buSzPct val="90000"/>
              <a:buFont typeface="Wingdings" panose="05000000000000000000" pitchFamily="2" charset="2"/>
              <a:buNone/>
              <a:tabLst/>
            </a:pPr>
            <a:r>
              <a:rPr lang="en-US" dirty="0"/>
              <a:t>Paragraph title Segoe UI bold 14</a:t>
            </a:r>
          </a:p>
          <a:p>
            <a:pPr lvl="1"/>
            <a:r>
              <a:rPr lang="en-US" dirty="0"/>
              <a:t>Body copy Segoe Regular 14/18.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Unt</a:t>
            </a:r>
            <a:r>
              <a:rPr lang="en-US" dirty="0"/>
              <a:t> faces et </a:t>
            </a:r>
            <a:r>
              <a:rPr lang="en-US" dirty="0" err="1"/>
              <a:t>labore</a:t>
            </a:r>
            <a:r>
              <a:rPr lang="en-US" dirty="0"/>
              <a:t> </a:t>
            </a:r>
            <a:r>
              <a:rPr lang="en-US" dirty="0" err="1"/>
              <a:t>ium</a:t>
            </a:r>
            <a:r>
              <a:rPr lang="en-US" dirty="0"/>
              <a:t> el id et re od </a:t>
            </a:r>
            <a:r>
              <a:rPr lang="en-US" dirty="0" err="1"/>
              <a:t>utem</a:t>
            </a:r>
            <a:r>
              <a:rPr lang="en-US" dirty="0"/>
              <a:t> que </a:t>
            </a:r>
            <a:r>
              <a:rPr lang="en-US" dirty="0" err="1"/>
              <a:t>nist</a:t>
            </a:r>
            <a:r>
              <a:rPr lang="en-US" dirty="0"/>
              <a:t> et </a:t>
            </a:r>
            <a:r>
              <a:rPr lang="en-US" dirty="0" err="1"/>
              <a:t>ped</a:t>
            </a:r>
            <a:r>
              <a:rPr lang="en-US" dirty="0"/>
              <a:t> </a:t>
            </a:r>
            <a:r>
              <a:rPr lang="en-US" dirty="0" err="1"/>
              <a:t>quia</a:t>
            </a:r>
            <a:r>
              <a:rPr lang="en-US" dirty="0"/>
              <a:t> </a:t>
            </a:r>
            <a:r>
              <a:rPr lang="en-US" dirty="0" err="1"/>
              <a:t>dolore</a:t>
            </a:r>
            <a:r>
              <a:rPr lang="en-US" dirty="0"/>
              <a:t> is et lam, </a:t>
            </a:r>
            <a:r>
              <a:rPr lang="en-US" dirty="0" err="1"/>
              <a:t>vendunt</a:t>
            </a:r>
            <a:r>
              <a:rPr lang="en-US" dirty="0"/>
              <a:t> </a:t>
            </a:r>
            <a:r>
              <a:rPr lang="en-US" dirty="0" err="1"/>
              <a:t>voluptatur</a:t>
            </a:r>
            <a:r>
              <a:rPr lang="en-US" dirty="0"/>
              <a:t>. </a:t>
            </a:r>
          </a:p>
        </p:txBody>
      </p:sp>
      <p:sp>
        <p:nvSpPr>
          <p:cNvPr id="22" name="Text Placeholder 4"/>
          <p:cNvSpPr>
            <a:spLocks noGrp="1"/>
          </p:cNvSpPr>
          <p:nvPr>
            <p:ph type="body" sz="quarter" idx="23" hasCustomPrompt="1"/>
          </p:nvPr>
        </p:nvSpPr>
        <p:spPr>
          <a:xfrm>
            <a:off x="10269538" y="3230880"/>
            <a:ext cx="1727200" cy="2817053"/>
          </a:xfrm>
        </p:spPr>
        <p:txBody>
          <a:bodyPr lIns="0" tIns="0" rIns="0" bIns="0"/>
          <a:lstStyle>
            <a:lvl1pPr marL="0" marR="0" indent="0" algn="l" defTabSz="932742" rtl="0" eaLnBrk="1" fontAlgn="auto" latinLnBrk="0" hangingPunct="1">
              <a:lnSpc>
                <a:spcPts val="1800"/>
              </a:lnSpc>
              <a:spcBef>
                <a:spcPts val="900"/>
              </a:spcBef>
              <a:spcAft>
                <a:spcPts val="0"/>
              </a:spcAft>
              <a:buClrTx/>
              <a:buSzPct val="90000"/>
              <a:buFont typeface="Wingdings" panose="05000000000000000000" pitchFamily="2" charset="2"/>
              <a:buNone/>
              <a:tabLst/>
              <a:defRPr lang="en-US" sz="1400" b="1" kern="1200" spc="0" baseline="0" dirty="0">
                <a:solidFill>
                  <a:schemeClr val="accent1"/>
                </a:solidFill>
                <a:latin typeface="+mn-lt"/>
                <a:ea typeface="+mn-ea"/>
                <a:cs typeface="+mn-cs"/>
              </a:defRPr>
            </a:lvl1pPr>
            <a:lvl2pPr marL="0" marR="0" indent="0" algn="l" defTabSz="932742" rtl="0" eaLnBrk="1" fontAlgn="auto" latinLnBrk="0" hangingPunct="1">
              <a:lnSpc>
                <a:spcPts val="1800"/>
              </a:lnSpc>
              <a:spcBef>
                <a:spcPts val="450"/>
              </a:spcBef>
              <a:spcAft>
                <a:spcPts val="0"/>
              </a:spcAft>
              <a:buClrTx/>
              <a:buSzPct val="90000"/>
              <a:buFont typeface="Arial" panose="020B0604020202020204" pitchFamily="34" charset="0"/>
              <a:buNone/>
              <a:tabLst/>
              <a:defRPr sz="1400">
                <a:solidFill>
                  <a:schemeClr val="tx1"/>
                </a:solidFill>
              </a:defRPr>
            </a:lvl2pPr>
            <a:lvl3pPr marL="457200" indent="0">
              <a:buNone/>
              <a:defRPr/>
            </a:lvl3pPr>
            <a:lvl4pPr marL="685800" indent="0">
              <a:buNone/>
              <a:defRPr/>
            </a:lvl4pPr>
            <a:lvl5pPr marL="914400" indent="0">
              <a:buNone/>
              <a:defRPr/>
            </a:lvl5pPr>
          </a:lstStyle>
          <a:p>
            <a:pPr marL="0" marR="0" lvl="0" indent="0" algn="l" defTabSz="932742" rtl="0" eaLnBrk="1" fontAlgn="auto" latinLnBrk="0" hangingPunct="1">
              <a:lnSpc>
                <a:spcPts val="1800"/>
              </a:lnSpc>
              <a:spcBef>
                <a:spcPts val="900"/>
              </a:spcBef>
              <a:spcAft>
                <a:spcPts val="0"/>
              </a:spcAft>
              <a:buClrTx/>
              <a:buSzPct val="90000"/>
              <a:buFont typeface="Wingdings" panose="05000000000000000000" pitchFamily="2" charset="2"/>
              <a:buNone/>
              <a:tabLst/>
            </a:pPr>
            <a:r>
              <a:rPr lang="en-US" dirty="0"/>
              <a:t>Paragraph title Segoe UI bold 14</a:t>
            </a:r>
          </a:p>
          <a:p>
            <a:pPr lvl="1"/>
            <a:r>
              <a:rPr lang="en-US" dirty="0"/>
              <a:t>Body copy Segoe Regular 14/18.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Unt</a:t>
            </a:r>
            <a:r>
              <a:rPr lang="en-US" dirty="0"/>
              <a:t> faces et </a:t>
            </a:r>
            <a:r>
              <a:rPr lang="en-US" dirty="0" err="1"/>
              <a:t>labore</a:t>
            </a:r>
            <a:r>
              <a:rPr lang="en-US" dirty="0"/>
              <a:t> </a:t>
            </a:r>
            <a:r>
              <a:rPr lang="en-US" dirty="0" err="1"/>
              <a:t>ium</a:t>
            </a:r>
            <a:r>
              <a:rPr lang="en-US" dirty="0"/>
              <a:t> el id et re od </a:t>
            </a:r>
            <a:r>
              <a:rPr lang="en-US" dirty="0" err="1"/>
              <a:t>utem</a:t>
            </a:r>
            <a:r>
              <a:rPr lang="en-US" dirty="0"/>
              <a:t> que </a:t>
            </a:r>
            <a:r>
              <a:rPr lang="en-US" dirty="0" err="1"/>
              <a:t>nist</a:t>
            </a:r>
            <a:r>
              <a:rPr lang="en-US" dirty="0"/>
              <a:t> et </a:t>
            </a:r>
            <a:r>
              <a:rPr lang="en-US" dirty="0" err="1"/>
              <a:t>ped</a:t>
            </a:r>
            <a:r>
              <a:rPr lang="en-US" dirty="0"/>
              <a:t> </a:t>
            </a:r>
            <a:r>
              <a:rPr lang="en-US" dirty="0" err="1"/>
              <a:t>quia</a:t>
            </a:r>
            <a:r>
              <a:rPr lang="en-US" dirty="0"/>
              <a:t> </a:t>
            </a:r>
            <a:r>
              <a:rPr lang="en-US" dirty="0" err="1"/>
              <a:t>dolore</a:t>
            </a:r>
            <a:r>
              <a:rPr lang="en-US" dirty="0"/>
              <a:t> is et lam, </a:t>
            </a:r>
            <a:r>
              <a:rPr lang="en-US" dirty="0" err="1"/>
              <a:t>vendunt</a:t>
            </a:r>
            <a:r>
              <a:rPr lang="en-US" dirty="0"/>
              <a:t> </a:t>
            </a:r>
            <a:r>
              <a:rPr lang="en-US" dirty="0" err="1"/>
              <a:t>voluptatur</a:t>
            </a:r>
            <a:r>
              <a:rPr lang="en-US" dirty="0"/>
              <a:t>. </a:t>
            </a:r>
          </a:p>
        </p:txBody>
      </p:sp>
      <p:sp>
        <p:nvSpPr>
          <p:cNvPr id="25" name="Content Placeholder 15"/>
          <p:cNvSpPr>
            <a:spLocks noGrp="1"/>
          </p:cNvSpPr>
          <p:nvPr>
            <p:ph sz="quarter" idx="26" hasCustomPrompt="1"/>
          </p:nvPr>
        </p:nvSpPr>
        <p:spPr>
          <a:xfrm>
            <a:off x="2426019" y="2178680"/>
            <a:ext cx="1727200" cy="1042035"/>
          </a:xfrm>
        </p:spPr>
        <p:txBody>
          <a:bodyPr>
            <a:noAutofit/>
          </a:bodyPr>
          <a:lstStyle>
            <a:lvl1pPr marL="0" indent="0">
              <a:buNone/>
              <a:defRPr sz="2000"/>
            </a:lvl1pPr>
          </a:lstStyle>
          <a:p>
            <a:pPr lvl="0"/>
            <a:r>
              <a:rPr lang="en-US" dirty="0"/>
              <a:t>Picture</a:t>
            </a:r>
          </a:p>
        </p:txBody>
      </p:sp>
      <p:sp>
        <p:nvSpPr>
          <p:cNvPr id="26" name="Content Placeholder 15"/>
          <p:cNvSpPr>
            <a:spLocks noGrp="1"/>
          </p:cNvSpPr>
          <p:nvPr>
            <p:ph sz="quarter" idx="27" hasCustomPrompt="1"/>
          </p:nvPr>
        </p:nvSpPr>
        <p:spPr>
          <a:xfrm>
            <a:off x="4386899" y="2178680"/>
            <a:ext cx="1727200" cy="1042035"/>
          </a:xfrm>
        </p:spPr>
        <p:txBody>
          <a:bodyPr>
            <a:noAutofit/>
          </a:bodyPr>
          <a:lstStyle>
            <a:lvl1pPr marL="0" indent="0">
              <a:buNone/>
              <a:defRPr sz="2000"/>
            </a:lvl1pPr>
          </a:lstStyle>
          <a:p>
            <a:pPr lvl="0"/>
            <a:r>
              <a:rPr lang="en-US" dirty="0"/>
              <a:t>Picture</a:t>
            </a:r>
          </a:p>
        </p:txBody>
      </p:sp>
      <p:sp>
        <p:nvSpPr>
          <p:cNvPr id="27" name="Content Placeholder 15"/>
          <p:cNvSpPr>
            <a:spLocks noGrp="1"/>
          </p:cNvSpPr>
          <p:nvPr>
            <p:ph sz="quarter" idx="28" hasCustomPrompt="1"/>
          </p:nvPr>
        </p:nvSpPr>
        <p:spPr>
          <a:xfrm>
            <a:off x="6347779" y="2178680"/>
            <a:ext cx="1727200" cy="1042035"/>
          </a:xfrm>
        </p:spPr>
        <p:txBody>
          <a:bodyPr>
            <a:noAutofit/>
          </a:bodyPr>
          <a:lstStyle>
            <a:lvl1pPr marL="0" indent="0">
              <a:buNone/>
              <a:defRPr sz="2000"/>
            </a:lvl1pPr>
          </a:lstStyle>
          <a:p>
            <a:pPr lvl="0"/>
            <a:r>
              <a:rPr lang="en-US" dirty="0"/>
              <a:t>Picture</a:t>
            </a:r>
          </a:p>
        </p:txBody>
      </p:sp>
      <p:sp>
        <p:nvSpPr>
          <p:cNvPr id="28" name="Content Placeholder 15"/>
          <p:cNvSpPr>
            <a:spLocks noGrp="1"/>
          </p:cNvSpPr>
          <p:nvPr>
            <p:ph sz="quarter" idx="29" hasCustomPrompt="1"/>
          </p:nvPr>
        </p:nvSpPr>
        <p:spPr>
          <a:xfrm>
            <a:off x="8308659" y="2178680"/>
            <a:ext cx="1727200" cy="1042035"/>
          </a:xfrm>
        </p:spPr>
        <p:txBody>
          <a:bodyPr>
            <a:noAutofit/>
          </a:bodyPr>
          <a:lstStyle>
            <a:lvl1pPr marL="0" indent="0">
              <a:buNone/>
              <a:defRPr sz="2000"/>
            </a:lvl1pPr>
          </a:lstStyle>
          <a:p>
            <a:pPr lvl="0"/>
            <a:r>
              <a:rPr lang="en-US" dirty="0"/>
              <a:t>Picture</a:t>
            </a:r>
          </a:p>
        </p:txBody>
      </p:sp>
      <p:sp>
        <p:nvSpPr>
          <p:cNvPr id="29" name="Content Placeholder 15"/>
          <p:cNvSpPr>
            <a:spLocks noGrp="1"/>
          </p:cNvSpPr>
          <p:nvPr>
            <p:ph sz="quarter" idx="30" hasCustomPrompt="1"/>
          </p:nvPr>
        </p:nvSpPr>
        <p:spPr>
          <a:xfrm>
            <a:off x="10269538" y="2178680"/>
            <a:ext cx="1727200" cy="1042035"/>
          </a:xfrm>
        </p:spPr>
        <p:txBody>
          <a:bodyPr>
            <a:noAutofit/>
          </a:bodyPr>
          <a:lstStyle>
            <a:lvl1pPr marL="0" indent="0">
              <a:buNone/>
              <a:defRPr sz="2000"/>
            </a:lvl1pPr>
          </a:lstStyle>
          <a:p>
            <a:pPr lvl="0"/>
            <a:r>
              <a:rPr lang="en-US" dirty="0"/>
              <a:t>Picture</a:t>
            </a:r>
          </a:p>
        </p:txBody>
      </p:sp>
    </p:spTree>
    <p:extLst>
      <p:ext uri="{BB962C8B-B14F-4D97-AF65-F5344CB8AC3E}">
        <p14:creationId xmlns:p14="http://schemas.microsoft.com/office/powerpoint/2010/main" val="3699272733"/>
      </p:ext>
    </p:extLst>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65138" y="632779"/>
            <a:ext cx="11533187" cy="411162"/>
          </a:xfrm>
        </p:spPr>
        <p:txBody>
          <a:bodyPr wrap="square" lIns="0" tIns="0" rIns="0" bIns="0">
            <a:spAutoFit/>
          </a:bodyPr>
          <a:lstStyle>
            <a:lvl1pPr>
              <a:lnSpc>
                <a:spcPts val="3200"/>
              </a:lnSpc>
              <a:defRPr sz="2800" strike="noStrike">
                <a:solidFill>
                  <a:srgbClr val="2F2F2F"/>
                </a:solidFill>
              </a:defRPr>
            </a:lvl1pPr>
          </a:lstStyle>
          <a:p>
            <a:r>
              <a:rPr lang="en-US" dirty="0"/>
              <a:t>Title</a:t>
            </a:r>
          </a:p>
        </p:txBody>
      </p:sp>
    </p:spTree>
    <p:extLst>
      <p:ext uri="{BB962C8B-B14F-4D97-AF65-F5344CB8AC3E}">
        <p14:creationId xmlns:p14="http://schemas.microsoft.com/office/powerpoint/2010/main" val="3832563861"/>
      </p:ext>
    </p:extLst>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ection title 1">
    <p:bg>
      <p:bgPr>
        <a:solidFill>
          <a:schemeClr val="tx2"/>
        </a:solidFill>
        <a:effectLst/>
      </p:bgPr>
    </p:bg>
    <p:spTree>
      <p:nvGrpSpPr>
        <p:cNvPr id="1" name=""/>
        <p:cNvGrpSpPr/>
        <p:nvPr/>
      </p:nvGrpSpPr>
      <p:grpSpPr>
        <a:xfrm>
          <a:off x="0" y="0"/>
          <a:ext cx="0" cy="0"/>
          <a:chOff x="0" y="0"/>
          <a:chExt cx="0" cy="0"/>
        </a:xfrm>
      </p:grpSpPr>
      <p:sp>
        <p:nvSpPr>
          <p:cNvPr id="36" name="Title 35"/>
          <p:cNvSpPr>
            <a:spLocks noGrp="1"/>
          </p:cNvSpPr>
          <p:nvPr>
            <p:ph type="title" hasCustomPrompt="1"/>
          </p:nvPr>
        </p:nvSpPr>
        <p:spPr>
          <a:xfrm>
            <a:off x="465138" y="899477"/>
            <a:ext cx="7604124" cy="3629025"/>
          </a:xfrm>
          <a:noFill/>
        </p:spPr>
        <p:txBody>
          <a:bodyPr vert="horz" wrap="square" lIns="0" tIns="0" rIns="0" bIns="0" rtlCol="0" anchor="t" anchorCtr="0">
            <a:noAutofit/>
          </a:bodyPr>
          <a:lstStyle>
            <a:lvl1pPr>
              <a:defRPr lang="en-US" sz="5400" spc="-150" dirty="0">
                <a:solidFill>
                  <a:schemeClr val="bg1"/>
                </a:solidFill>
              </a:defRPr>
            </a:lvl1pPr>
          </a:lstStyle>
          <a:p>
            <a:pPr marL="0" lvl="0">
              <a:lnSpc>
                <a:spcPts val="5600"/>
              </a:lnSpc>
            </a:pPr>
            <a:r>
              <a:rPr lang="en-US" dirty="0"/>
              <a:t>Section title</a:t>
            </a:r>
          </a:p>
        </p:txBody>
      </p:sp>
    </p:spTree>
    <p:extLst>
      <p:ext uri="{BB962C8B-B14F-4D97-AF65-F5344CB8AC3E}">
        <p14:creationId xmlns:p14="http://schemas.microsoft.com/office/powerpoint/2010/main" val="168934554"/>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Section title 2">
    <p:bg>
      <p:bgPr>
        <a:solidFill>
          <a:schemeClr val="accent1"/>
        </a:solidFill>
        <a:effectLst/>
      </p:bgPr>
    </p:bg>
    <p:spTree>
      <p:nvGrpSpPr>
        <p:cNvPr id="1" name=""/>
        <p:cNvGrpSpPr/>
        <p:nvPr/>
      </p:nvGrpSpPr>
      <p:grpSpPr>
        <a:xfrm>
          <a:off x="0" y="0"/>
          <a:ext cx="0" cy="0"/>
          <a:chOff x="0" y="0"/>
          <a:chExt cx="0" cy="0"/>
        </a:xfrm>
      </p:grpSpPr>
      <p:sp>
        <p:nvSpPr>
          <p:cNvPr id="3" name="Title 35"/>
          <p:cNvSpPr>
            <a:spLocks noGrp="1"/>
          </p:cNvSpPr>
          <p:nvPr>
            <p:ph type="title" hasCustomPrompt="1"/>
          </p:nvPr>
        </p:nvSpPr>
        <p:spPr>
          <a:xfrm>
            <a:off x="465138" y="899477"/>
            <a:ext cx="7604124" cy="3629025"/>
          </a:xfrm>
          <a:noFill/>
        </p:spPr>
        <p:txBody>
          <a:bodyPr vert="horz" wrap="square" lIns="0" tIns="0" rIns="0" bIns="0" rtlCol="0" anchor="t" anchorCtr="0">
            <a:noAutofit/>
          </a:bodyPr>
          <a:lstStyle>
            <a:lvl1pPr>
              <a:defRPr lang="en-US" sz="5400" spc="-150" dirty="0">
                <a:solidFill>
                  <a:schemeClr val="tx2"/>
                </a:solidFill>
              </a:defRPr>
            </a:lvl1pPr>
          </a:lstStyle>
          <a:p>
            <a:pPr marL="0" lvl="0">
              <a:lnSpc>
                <a:spcPts val="5600"/>
              </a:lnSpc>
            </a:pPr>
            <a:r>
              <a:rPr lang="en-US" dirty="0"/>
              <a:t>Section title</a:t>
            </a:r>
          </a:p>
        </p:txBody>
      </p:sp>
    </p:spTree>
    <p:extLst>
      <p:ext uri="{BB962C8B-B14F-4D97-AF65-F5344CB8AC3E}">
        <p14:creationId xmlns:p14="http://schemas.microsoft.com/office/powerpoint/2010/main" val="42443733"/>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Section title 3">
    <p:bg>
      <p:bgPr>
        <a:solidFill>
          <a:schemeClr val="bg1"/>
        </a:solidFill>
        <a:effectLst/>
      </p:bgPr>
    </p:bg>
    <p:spTree>
      <p:nvGrpSpPr>
        <p:cNvPr id="1" name=""/>
        <p:cNvGrpSpPr/>
        <p:nvPr/>
      </p:nvGrpSpPr>
      <p:grpSpPr>
        <a:xfrm>
          <a:off x="0" y="0"/>
          <a:ext cx="0" cy="0"/>
          <a:chOff x="0" y="0"/>
          <a:chExt cx="0" cy="0"/>
        </a:xfrm>
      </p:grpSpPr>
      <p:sp>
        <p:nvSpPr>
          <p:cNvPr id="3" name="Title 35"/>
          <p:cNvSpPr>
            <a:spLocks noGrp="1"/>
          </p:cNvSpPr>
          <p:nvPr>
            <p:ph type="title" hasCustomPrompt="1"/>
          </p:nvPr>
        </p:nvSpPr>
        <p:spPr>
          <a:xfrm>
            <a:off x="465138" y="899477"/>
            <a:ext cx="7604124" cy="3629025"/>
          </a:xfrm>
          <a:noFill/>
        </p:spPr>
        <p:txBody>
          <a:bodyPr vert="horz" wrap="square" lIns="0" tIns="0" rIns="0" bIns="0" rtlCol="0" anchor="t" anchorCtr="0">
            <a:noAutofit/>
          </a:bodyPr>
          <a:lstStyle>
            <a:lvl1pPr>
              <a:defRPr lang="en-US" sz="5400" spc="-150" dirty="0">
                <a:solidFill>
                  <a:schemeClr val="tx2"/>
                </a:solidFill>
              </a:defRPr>
            </a:lvl1pPr>
          </a:lstStyle>
          <a:p>
            <a:pPr marL="0" lvl="0">
              <a:lnSpc>
                <a:spcPts val="5600"/>
              </a:lnSpc>
            </a:pPr>
            <a:r>
              <a:rPr lang="en-US" dirty="0"/>
              <a:t>Section title</a:t>
            </a:r>
          </a:p>
        </p:txBody>
      </p:sp>
    </p:spTree>
    <p:extLst>
      <p:ext uri="{BB962C8B-B14F-4D97-AF65-F5344CB8AC3E}">
        <p14:creationId xmlns:p14="http://schemas.microsoft.com/office/powerpoint/2010/main" val="3715037521"/>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ection title photo">
    <p:spTree>
      <p:nvGrpSpPr>
        <p:cNvPr id="1" name=""/>
        <p:cNvGrpSpPr/>
        <p:nvPr/>
      </p:nvGrpSpPr>
      <p:grpSpPr>
        <a:xfrm>
          <a:off x="0" y="0"/>
          <a:ext cx="0" cy="0"/>
          <a:chOff x="0" y="0"/>
          <a:chExt cx="0" cy="0"/>
        </a:xfrm>
      </p:grpSpPr>
      <p:pic>
        <p:nvPicPr>
          <p:cNvPr id="8" name="Picture 7" descr="A picture containing indoor, wall, person, table&#10;&#10;Description generated with very high confidence">
            <a:extLst>
              <a:ext uri="{FF2B5EF4-FFF2-40B4-BE49-F238E27FC236}">
                <a16:creationId xmlns:a16="http://schemas.microsoft.com/office/drawing/2014/main" id="{B8A2D951-EDA6-4EFB-9752-5BDDC09A6E5C}"/>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flipH="1">
            <a:off x="1942064" y="0"/>
            <a:ext cx="10494411" cy="6994525"/>
          </a:xfrm>
          <a:prstGeom prst="rect">
            <a:avLst/>
          </a:prstGeom>
        </p:spPr>
      </p:pic>
      <p:sp>
        <p:nvSpPr>
          <p:cNvPr id="4" name="Rectangle 3">
            <a:extLst>
              <a:ext uri="{FF2B5EF4-FFF2-40B4-BE49-F238E27FC236}">
                <a16:creationId xmlns:a16="http://schemas.microsoft.com/office/drawing/2014/main" id="{3C67E965-287F-42B7-813C-42EF173BF65D}"/>
              </a:ext>
            </a:extLst>
          </p:cNvPr>
          <p:cNvSpPr/>
          <p:nvPr userDrawn="1"/>
        </p:nvSpPr>
        <p:spPr bwMode="auto">
          <a:xfrm>
            <a:off x="0" y="-1"/>
            <a:ext cx="7940040" cy="6994525"/>
          </a:xfrm>
          <a:prstGeom prst="rect">
            <a:avLst/>
          </a:prstGeom>
          <a:gradFill>
            <a:gsLst>
              <a:gs pos="35000">
                <a:schemeClr val="tx2"/>
              </a:gs>
              <a:gs pos="100000">
                <a:schemeClr val="tx2">
                  <a:alpha val="0"/>
                </a:schemeClr>
              </a:gs>
            </a:gsLst>
            <a:lin ang="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2" name="Title 1"/>
          <p:cNvSpPr>
            <a:spLocks noGrp="1"/>
          </p:cNvSpPr>
          <p:nvPr>
            <p:ph type="title" hasCustomPrompt="1"/>
          </p:nvPr>
        </p:nvSpPr>
        <p:spPr>
          <a:xfrm>
            <a:off x="465138" y="899478"/>
            <a:ext cx="7604125" cy="2701925"/>
          </a:xfrm>
          <a:noFill/>
        </p:spPr>
        <p:txBody>
          <a:bodyPr wrap="square" lIns="0" tIns="0" rIns="0" bIns="0" anchor="t" anchorCtr="0">
            <a:noAutofit/>
          </a:bodyPr>
          <a:lstStyle>
            <a:lvl1pPr>
              <a:lnSpc>
                <a:spcPts val="5600"/>
              </a:lnSpc>
              <a:defRPr sz="5400" spc="-150" baseline="0">
                <a:solidFill>
                  <a:schemeClr val="bg2"/>
                </a:solidFill>
              </a:defRPr>
            </a:lvl1pPr>
          </a:lstStyle>
          <a:p>
            <a:r>
              <a:rPr lang="en-US" dirty="0"/>
              <a:t>Section title</a:t>
            </a:r>
          </a:p>
        </p:txBody>
      </p:sp>
    </p:spTree>
    <p:extLst>
      <p:ext uri="{BB962C8B-B14F-4D97-AF65-F5344CB8AC3E}">
        <p14:creationId xmlns:p14="http://schemas.microsoft.com/office/powerpoint/2010/main" val="2728849011"/>
      </p:ext>
    </p:extLst>
  </p:cSld>
  <p:clrMapOvr>
    <a:masterClrMapping/>
  </p:clrMapOvr>
  <p:transition>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Photo layout 1">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65138" y="632779"/>
            <a:ext cx="5653087" cy="411162"/>
          </a:xfrm>
        </p:spPr>
        <p:txBody>
          <a:bodyPr wrap="square" lIns="0" tIns="0" rIns="0" bIns="0">
            <a:spAutoFit/>
          </a:bodyPr>
          <a:lstStyle>
            <a:lvl1pPr>
              <a:lnSpc>
                <a:spcPts val="3200"/>
              </a:lnSpc>
              <a:defRPr sz="2800">
                <a:solidFill>
                  <a:srgbClr val="2F2F2F"/>
                </a:solidFill>
              </a:defRPr>
            </a:lvl1pPr>
          </a:lstStyle>
          <a:p>
            <a:r>
              <a:rPr lang="en-US" dirty="0"/>
              <a:t>Photo layout 1</a:t>
            </a:r>
          </a:p>
        </p:txBody>
      </p:sp>
      <p:sp>
        <p:nvSpPr>
          <p:cNvPr id="4" name="Picture Placeholder 3"/>
          <p:cNvSpPr>
            <a:spLocks noGrp="1"/>
          </p:cNvSpPr>
          <p:nvPr>
            <p:ph type="pic" sz="quarter" idx="10"/>
          </p:nvPr>
        </p:nvSpPr>
        <p:spPr>
          <a:xfrm>
            <a:off x="6354763" y="0"/>
            <a:ext cx="6081712" cy="6994525"/>
          </a:xfrm>
          <a:blipFill dpi="0" rotWithShape="1">
            <a:blip r:embed="rId2" cstate="screen">
              <a:extLst>
                <a:ext uri="{28A0092B-C50C-407E-A947-70E740481C1C}">
                  <a14:useLocalDpi xmlns:a14="http://schemas.microsoft.com/office/drawing/2010/main"/>
                </a:ext>
              </a:extLst>
            </a:blip>
            <a:srcRect/>
            <a:tile tx="-1530350" ty="0" sx="66000" sy="66000" flip="none" algn="tl"/>
          </a:blipFill>
        </p:spPr>
        <p:txBody>
          <a:bodyPr anchor="ctr">
            <a:noAutofit/>
          </a:bodyPr>
          <a:lstStyle>
            <a:lvl1pPr marL="0" indent="0" algn="ctr">
              <a:buNone/>
              <a:defRPr>
                <a:solidFill>
                  <a:schemeClr val="bg2"/>
                </a:solidFill>
              </a:defRPr>
            </a:lvl1pPr>
          </a:lstStyle>
          <a:p>
            <a:r>
              <a:rPr lang="en-US"/>
              <a:t>Click icon to add picture</a:t>
            </a:r>
            <a:endParaRPr lang="en-US" dirty="0"/>
          </a:p>
        </p:txBody>
      </p:sp>
    </p:spTree>
    <p:extLst>
      <p:ext uri="{BB962C8B-B14F-4D97-AF65-F5344CB8AC3E}">
        <p14:creationId xmlns:p14="http://schemas.microsoft.com/office/powerpoint/2010/main" val="2244901092"/>
      </p:ext>
    </p:extLst>
  </p:cSld>
  <p:clrMapOvr>
    <a:masterClrMapping/>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Photo layout 2">
    <p:spTree>
      <p:nvGrpSpPr>
        <p:cNvPr id="1" name=""/>
        <p:cNvGrpSpPr/>
        <p:nvPr/>
      </p:nvGrpSpPr>
      <p:grpSpPr>
        <a:xfrm>
          <a:off x="0" y="0"/>
          <a:ext cx="0" cy="0"/>
          <a:chOff x="0" y="0"/>
          <a:chExt cx="0" cy="0"/>
        </a:xfrm>
      </p:grpSpPr>
      <p:sp>
        <p:nvSpPr>
          <p:cNvPr id="4" name="Picture Placeholder 3" title="Drag photo"/>
          <p:cNvSpPr>
            <a:spLocks noGrp="1"/>
          </p:cNvSpPr>
          <p:nvPr>
            <p:ph type="pic" sz="quarter" idx="10" hasCustomPrompt="1"/>
          </p:nvPr>
        </p:nvSpPr>
        <p:spPr>
          <a:xfrm>
            <a:off x="465138" y="2168525"/>
            <a:ext cx="2734056" cy="4371975"/>
          </a:xfrm>
          <a:blipFill dpi="0" rotWithShape="1">
            <a:blip r:embed="rId2" cstate="screen">
              <a:extLst>
                <a:ext uri="{28A0092B-C50C-407E-A947-70E740481C1C}">
                  <a14:useLocalDpi xmlns:a14="http://schemas.microsoft.com/office/drawing/2010/main"/>
                </a:ext>
              </a:extLst>
            </a:blip>
            <a:srcRect/>
            <a:stretch>
              <a:fillRect/>
            </a:stretch>
          </a:blipFill>
        </p:spPr>
        <p:txBody>
          <a:bodyPr anchor="t">
            <a:noAutofit/>
          </a:bodyPr>
          <a:lstStyle>
            <a:lvl1pPr marL="0" indent="0" algn="ctr">
              <a:buNone/>
              <a:defRPr sz="1800">
                <a:solidFill>
                  <a:schemeClr val="bg2"/>
                </a:solidFill>
              </a:defRPr>
            </a:lvl1pPr>
          </a:lstStyle>
          <a:p>
            <a:r>
              <a:rPr lang="en-US" dirty="0"/>
              <a:t>Drag photo here</a:t>
            </a:r>
          </a:p>
        </p:txBody>
      </p:sp>
      <p:sp>
        <p:nvSpPr>
          <p:cNvPr id="5" name="Picture Placeholder 3"/>
          <p:cNvSpPr>
            <a:spLocks noGrp="1"/>
          </p:cNvSpPr>
          <p:nvPr>
            <p:ph type="pic" sz="quarter" idx="11" hasCustomPrompt="1"/>
          </p:nvPr>
        </p:nvSpPr>
        <p:spPr>
          <a:xfrm>
            <a:off x="3397922" y="2168524"/>
            <a:ext cx="2734056" cy="4371975"/>
          </a:xfrm>
          <a:blipFill dpi="0" rotWithShape="1">
            <a:blip r:embed="rId3" cstate="screen">
              <a:extLst>
                <a:ext uri="{28A0092B-C50C-407E-A947-70E740481C1C}">
                  <a14:useLocalDpi xmlns:a14="http://schemas.microsoft.com/office/drawing/2010/main"/>
                </a:ext>
              </a:extLst>
            </a:blip>
            <a:srcRect/>
            <a:stretch>
              <a:fillRect/>
            </a:stretch>
          </a:blipFill>
        </p:spPr>
        <p:txBody>
          <a:bodyPr anchor="t">
            <a:noAutofit/>
          </a:bodyPr>
          <a:lstStyle>
            <a:lvl1pPr marL="0" indent="0" algn="ctr">
              <a:buNone/>
              <a:defRPr sz="1800">
                <a:solidFill>
                  <a:schemeClr val="bg2"/>
                </a:solidFill>
              </a:defRPr>
            </a:lvl1pPr>
          </a:lstStyle>
          <a:p>
            <a:r>
              <a:rPr lang="en-US" dirty="0"/>
              <a:t>Drag photo here</a:t>
            </a:r>
          </a:p>
        </p:txBody>
      </p:sp>
      <p:sp>
        <p:nvSpPr>
          <p:cNvPr id="6" name="Picture Placeholder 3"/>
          <p:cNvSpPr>
            <a:spLocks noGrp="1"/>
          </p:cNvSpPr>
          <p:nvPr>
            <p:ph type="pic" sz="quarter" idx="12" hasCustomPrompt="1"/>
          </p:nvPr>
        </p:nvSpPr>
        <p:spPr>
          <a:xfrm>
            <a:off x="9263490" y="2168524"/>
            <a:ext cx="2734056" cy="4371975"/>
          </a:xfrm>
          <a:blipFill dpi="0" rotWithShape="1">
            <a:blip r:embed="rId4" cstate="screen">
              <a:extLst>
                <a:ext uri="{28A0092B-C50C-407E-A947-70E740481C1C}">
                  <a14:useLocalDpi xmlns:a14="http://schemas.microsoft.com/office/drawing/2010/main"/>
                </a:ext>
              </a:extLst>
            </a:blip>
            <a:srcRect/>
            <a:stretch>
              <a:fillRect/>
            </a:stretch>
          </a:blipFill>
        </p:spPr>
        <p:txBody>
          <a:bodyPr anchor="t">
            <a:noAutofit/>
          </a:bodyPr>
          <a:lstStyle>
            <a:lvl1pPr marL="0" indent="0" algn="ctr">
              <a:buNone/>
              <a:defRPr sz="1800">
                <a:solidFill>
                  <a:schemeClr val="bg2"/>
                </a:solidFill>
              </a:defRPr>
            </a:lvl1pPr>
          </a:lstStyle>
          <a:p>
            <a:r>
              <a:rPr lang="en-US" dirty="0"/>
              <a:t>Drag photo here</a:t>
            </a:r>
          </a:p>
        </p:txBody>
      </p:sp>
      <p:sp>
        <p:nvSpPr>
          <p:cNvPr id="7" name="Picture Placeholder 3"/>
          <p:cNvSpPr>
            <a:spLocks noGrp="1"/>
          </p:cNvSpPr>
          <p:nvPr>
            <p:ph type="pic" sz="quarter" idx="13" hasCustomPrompt="1"/>
          </p:nvPr>
        </p:nvSpPr>
        <p:spPr>
          <a:xfrm>
            <a:off x="6330706" y="2168524"/>
            <a:ext cx="2734056" cy="4371975"/>
          </a:xfrm>
          <a:blipFill dpi="0" rotWithShape="1">
            <a:blip r:embed="rId5" cstate="screen">
              <a:extLst>
                <a:ext uri="{28A0092B-C50C-407E-A947-70E740481C1C}">
                  <a14:useLocalDpi xmlns:a14="http://schemas.microsoft.com/office/drawing/2010/main"/>
                </a:ext>
              </a:extLst>
            </a:blip>
            <a:srcRect/>
            <a:stretch>
              <a:fillRect/>
            </a:stretch>
          </a:blipFill>
        </p:spPr>
        <p:txBody>
          <a:bodyPr anchor="t">
            <a:noAutofit/>
          </a:bodyPr>
          <a:lstStyle>
            <a:lvl1pPr marL="0" indent="0" algn="ctr">
              <a:buNone/>
              <a:defRPr sz="1800">
                <a:solidFill>
                  <a:schemeClr val="bg2"/>
                </a:solidFill>
              </a:defRPr>
            </a:lvl1pPr>
          </a:lstStyle>
          <a:p>
            <a:r>
              <a:rPr lang="en-US" dirty="0"/>
              <a:t>Drag photo here</a:t>
            </a:r>
          </a:p>
        </p:txBody>
      </p:sp>
      <p:sp>
        <p:nvSpPr>
          <p:cNvPr id="2" name="Title 1"/>
          <p:cNvSpPr>
            <a:spLocks noGrp="1"/>
          </p:cNvSpPr>
          <p:nvPr>
            <p:ph type="title" hasCustomPrompt="1"/>
          </p:nvPr>
        </p:nvSpPr>
        <p:spPr>
          <a:xfrm>
            <a:off x="465138" y="632779"/>
            <a:ext cx="5653087" cy="411162"/>
          </a:xfrm>
        </p:spPr>
        <p:txBody>
          <a:bodyPr wrap="square" lIns="0" tIns="0" rIns="0" bIns="0">
            <a:spAutoFit/>
          </a:bodyPr>
          <a:lstStyle>
            <a:lvl1pPr>
              <a:lnSpc>
                <a:spcPts val="3200"/>
              </a:lnSpc>
              <a:defRPr sz="2800">
                <a:solidFill>
                  <a:srgbClr val="2F2F2F"/>
                </a:solidFill>
              </a:defRPr>
            </a:lvl1pPr>
          </a:lstStyle>
          <a:p>
            <a:r>
              <a:rPr lang="en-US" dirty="0"/>
              <a:t>Photo layout 2</a:t>
            </a:r>
          </a:p>
        </p:txBody>
      </p:sp>
      <p:sp>
        <p:nvSpPr>
          <p:cNvPr id="17" name="Text Placeholder 16"/>
          <p:cNvSpPr>
            <a:spLocks noGrp="1"/>
          </p:cNvSpPr>
          <p:nvPr>
            <p:ph type="body" sz="quarter" idx="14" hasCustomPrompt="1"/>
          </p:nvPr>
        </p:nvSpPr>
        <p:spPr>
          <a:xfrm>
            <a:off x="465138" y="4133939"/>
            <a:ext cx="2734056" cy="441146"/>
          </a:xfrm>
        </p:spPr>
        <p:txBody>
          <a:bodyPr/>
          <a:lstStyle>
            <a:lvl1pPr marL="0" indent="0" algn="ctr">
              <a:lnSpc>
                <a:spcPts val="2000"/>
              </a:lnSpc>
              <a:buNone/>
              <a:defRPr sz="1800">
                <a:solidFill>
                  <a:schemeClr val="bg2"/>
                </a:solidFill>
              </a:defRPr>
            </a:lvl1pPr>
          </a:lstStyle>
          <a:p>
            <a:pPr lvl="0"/>
            <a:r>
              <a:rPr lang="en-US" dirty="0"/>
              <a:t>Caption</a:t>
            </a:r>
          </a:p>
        </p:txBody>
      </p:sp>
      <p:sp>
        <p:nvSpPr>
          <p:cNvPr id="18" name="Text Placeholder 16"/>
          <p:cNvSpPr>
            <a:spLocks noGrp="1"/>
          </p:cNvSpPr>
          <p:nvPr>
            <p:ph type="body" sz="quarter" idx="15" hasCustomPrompt="1"/>
          </p:nvPr>
        </p:nvSpPr>
        <p:spPr>
          <a:xfrm>
            <a:off x="3397922" y="4133939"/>
            <a:ext cx="2734056" cy="441146"/>
          </a:xfrm>
        </p:spPr>
        <p:txBody>
          <a:bodyPr/>
          <a:lstStyle>
            <a:lvl1pPr marL="0" indent="0" algn="ctr">
              <a:lnSpc>
                <a:spcPts val="2000"/>
              </a:lnSpc>
              <a:buNone/>
              <a:defRPr sz="1800">
                <a:solidFill>
                  <a:schemeClr val="bg2"/>
                </a:solidFill>
              </a:defRPr>
            </a:lvl1pPr>
          </a:lstStyle>
          <a:p>
            <a:pPr lvl="0"/>
            <a:r>
              <a:rPr lang="en-US" dirty="0"/>
              <a:t>Caption</a:t>
            </a:r>
          </a:p>
        </p:txBody>
      </p:sp>
      <p:sp>
        <p:nvSpPr>
          <p:cNvPr id="19" name="Text Placeholder 16"/>
          <p:cNvSpPr>
            <a:spLocks noGrp="1"/>
          </p:cNvSpPr>
          <p:nvPr>
            <p:ph type="body" sz="quarter" idx="16" hasCustomPrompt="1"/>
          </p:nvPr>
        </p:nvSpPr>
        <p:spPr>
          <a:xfrm>
            <a:off x="6330706" y="4133939"/>
            <a:ext cx="2734056" cy="441146"/>
          </a:xfrm>
        </p:spPr>
        <p:txBody>
          <a:bodyPr/>
          <a:lstStyle>
            <a:lvl1pPr marL="0" indent="0" algn="ctr">
              <a:lnSpc>
                <a:spcPts val="2000"/>
              </a:lnSpc>
              <a:buNone/>
              <a:defRPr sz="1800">
                <a:solidFill>
                  <a:schemeClr val="bg2"/>
                </a:solidFill>
              </a:defRPr>
            </a:lvl1pPr>
          </a:lstStyle>
          <a:p>
            <a:pPr lvl="0"/>
            <a:r>
              <a:rPr lang="en-US" dirty="0"/>
              <a:t>Caption</a:t>
            </a:r>
          </a:p>
        </p:txBody>
      </p:sp>
      <p:sp>
        <p:nvSpPr>
          <p:cNvPr id="20" name="Text Placeholder 16"/>
          <p:cNvSpPr>
            <a:spLocks noGrp="1"/>
          </p:cNvSpPr>
          <p:nvPr>
            <p:ph type="body" sz="quarter" idx="17" hasCustomPrompt="1"/>
          </p:nvPr>
        </p:nvSpPr>
        <p:spPr>
          <a:xfrm>
            <a:off x="9263490" y="4133939"/>
            <a:ext cx="2734056" cy="441146"/>
          </a:xfrm>
        </p:spPr>
        <p:txBody>
          <a:bodyPr/>
          <a:lstStyle>
            <a:lvl1pPr marL="0" indent="0" algn="ctr">
              <a:lnSpc>
                <a:spcPts val="2000"/>
              </a:lnSpc>
              <a:buNone/>
              <a:defRPr sz="1800">
                <a:solidFill>
                  <a:schemeClr val="bg2"/>
                </a:solidFill>
              </a:defRPr>
            </a:lvl1pPr>
          </a:lstStyle>
          <a:p>
            <a:pPr lvl="0"/>
            <a:r>
              <a:rPr lang="en-US" dirty="0"/>
              <a:t>Caption</a:t>
            </a:r>
          </a:p>
        </p:txBody>
      </p:sp>
    </p:spTree>
    <p:extLst>
      <p:ext uri="{BB962C8B-B14F-4D97-AF65-F5344CB8AC3E}">
        <p14:creationId xmlns:p14="http://schemas.microsoft.com/office/powerpoint/2010/main" val="4039926196"/>
      </p:ext>
    </p:extLst>
  </p:cSld>
  <p:clrMapOvr>
    <a:masterClrMapping/>
  </p:clrMapOvr>
  <p:transition>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Photo layout 3">
    <p:spTree>
      <p:nvGrpSpPr>
        <p:cNvPr id="1" name=""/>
        <p:cNvGrpSpPr/>
        <p:nvPr/>
      </p:nvGrpSpPr>
      <p:grpSpPr>
        <a:xfrm>
          <a:off x="0" y="0"/>
          <a:ext cx="0" cy="0"/>
          <a:chOff x="0" y="0"/>
          <a:chExt cx="0" cy="0"/>
        </a:xfrm>
      </p:grpSpPr>
      <p:sp>
        <p:nvSpPr>
          <p:cNvPr id="11" name="Picture Placeholder 10"/>
          <p:cNvSpPr>
            <a:spLocks noGrp="1"/>
          </p:cNvSpPr>
          <p:nvPr>
            <p:ph type="pic" sz="quarter" idx="14"/>
          </p:nvPr>
        </p:nvSpPr>
        <p:spPr>
          <a:xfrm>
            <a:off x="465138" y="2168525"/>
            <a:ext cx="3690937" cy="2654300"/>
          </a:xfrm>
          <a:blipFill>
            <a:blip r:embed="rId2" cstate="screen">
              <a:extLst>
                <a:ext uri="{28A0092B-C50C-407E-A947-70E740481C1C}">
                  <a14:useLocalDpi xmlns:a14="http://schemas.microsoft.com/office/drawing/2010/main"/>
                </a:ext>
              </a:extLst>
            </a:blip>
            <a:stretch>
              <a:fillRect/>
            </a:stretch>
          </a:blipFill>
        </p:spPr>
        <p:txBody>
          <a:bodyPr>
            <a:noAutofit/>
          </a:bodyPr>
          <a:lstStyle>
            <a:lvl1pPr marL="0" indent="0">
              <a:buNone/>
              <a:defRPr sz="2000">
                <a:solidFill>
                  <a:schemeClr val="bg2"/>
                </a:solidFill>
              </a:defRPr>
            </a:lvl1pPr>
          </a:lstStyle>
          <a:p>
            <a:r>
              <a:rPr lang="en-US"/>
              <a:t>Click icon to add picture</a:t>
            </a:r>
            <a:endParaRPr lang="en-US" dirty="0"/>
          </a:p>
        </p:txBody>
      </p:sp>
      <p:sp>
        <p:nvSpPr>
          <p:cNvPr id="12" name="Picture Placeholder 10"/>
          <p:cNvSpPr>
            <a:spLocks noGrp="1"/>
          </p:cNvSpPr>
          <p:nvPr>
            <p:ph type="pic" sz="quarter" idx="15"/>
          </p:nvPr>
        </p:nvSpPr>
        <p:spPr>
          <a:xfrm>
            <a:off x="4389437" y="2168525"/>
            <a:ext cx="3679825" cy="2654300"/>
          </a:xfrm>
          <a:blipFill>
            <a:blip r:embed="rId3" cstate="screen">
              <a:extLst>
                <a:ext uri="{28A0092B-C50C-407E-A947-70E740481C1C}">
                  <a14:useLocalDpi xmlns:a14="http://schemas.microsoft.com/office/drawing/2010/main"/>
                </a:ext>
              </a:extLst>
            </a:blip>
            <a:stretch>
              <a:fillRect/>
            </a:stretch>
          </a:blipFill>
        </p:spPr>
        <p:txBody>
          <a:bodyPr>
            <a:noAutofit/>
          </a:bodyPr>
          <a:lstStyle>
            <a:lvl1pPr marL="0" indent="0">
              <a:buNone/>
              <a:defRPr sz="2000">
                <a:solidFill>
                  <a:schemeClr val="bg2"/>
                </a:solidFill>
              </a:defRPr>
            </a:lvl1pPr>
          </a:lstStyle>
          <a:p>
            <a:r>
              <a:rPr lang="en-US"/>
              <a:t>Click icon to add picture</a:t>
            </a:r>
            <a:endParaRPr lang="en-US" dirty="0"/>
          </a:p>
        </p:txBody>
      </p:sp>
      <p:sp>
        <p:nvSpPr>
          <p:cNvPr id="13" name="Picture Placeholder 10"/>
          <p:cNvSpPr>
            <a:spLocks noGrp="1"/>
          </p:cNvSpPr>
          <p:nvPr>
            <p:ph type="pic" sz="quarter" idx="16"/>
          </p:nvPr>
        </p:nvSpPr>
        <p:spPr>
          <a:xfrm>
            <a:off x="8302625" y="2168525"/>
            <a:ext cx="3695700" cy="2654300"/>
          </a:xfrm>
          <a:blipFill>
            <a:blip r:embed="rId4" cstate="screen">
              <a:extLst>
                <a:ext uri="{28A0092B-C50C-407E-A947-70E740481C1C}">
                  <a14:useLocalDpi xmlns:a14="http://schemas.microsoft.com/office/drawing/2010/main"/>
                </a:ext>
              </a:extLst>
            </a:blip>
            <a:stretch>
              <a:fillRect/>
            </a:stretch>
          </a:blipFill>
        </p:spPr>
        <p:txBody>
          <a:bodyPr>
            <a:noAutofit/>
          </a:bodyPr>
          <a:lstStyle>
            <a:lvl1pPr marL="0" indent="0">
              <a:buNone/>
              <a:defRPr sz="2000">
                <a:solidFill>
                  <a:schemeClr val="bg2"/>
                </a:solidFill>
              </a:defRPr>
            </a:lvl1pPr>
          </a:lstStyle>
          <a:p>
            <a:r>
              <a:rPr lang="en-US"/>
              <a:t>Click icon to add picture</a:t>
            </a:r>
            <a:endParaRPr lang="en-US" dirty="0"/>
          </a:p>
        </p:txBody>
      </p:sp>
      <p:sp>
        <p:nvSpPr>
          <p:cNvPr id="2" name="Title 1"/>
          <p:cNvSpPr>
            <a:spLocks noGrp="1"/>
          </p:cNvSpPr>
          <p:nvPr>
            <p:ph type="title" hasCustomPrompt="1"/>
          </p:nvPr>
        </p:nvSpPr>
        <p:spPr>
          <a:xfrm>
            <a:off x="465138" y="632779"/>
            <a:ext cx="11533187" cy="411162"/>
          </a:xfrm>
        </p:spPr>
        <p:txBody>
          <a:bodyPr wrap="square" lIns="0" tIns="0" rIns="0" bIns="0">
            <a:spAutoFit/>
          </a:bodyPr>
          <a:lstStyle>
            <a:lvl1pPr>
              <a:lnSpc>
                <a:spcPts val="3200"/>
              </a:lnSpc>
              <a:defRPr sz="2800">
                <a:solidFill>
                  <a:srgbClr val="2F2F2F"/>
                </a:solidFill>
              </a:defRPr>
            </a:lvl1pPr>
          </a:lstStyle>
          <a:p>
            <a:r>
              <a:rPr lang="en-US" dirty="0"/>
              <a:t>Photo layout 3</a:t>
            </a:r>
          </a:p>
        </p:txBody>
      </p:sp>
      <p:sp>
        <p:nvSpPr>
          <p:cNvPr id="5" name="Text Placeholder 4"/>
          <p:cNvSpPr>
            <a:spLocks noGrp="1"/>
          </p:cNvSpPr>
          <p:nvPr>
            <p:ph type="body" sz="quarter" idx="11" hasCustomPrompt="1"/>
          </p:nvPr>
        </p:nvSpPr>
        <p:spPr>
          <a:xfrm>
            <a:off x="465138" y="5026024"/>
            <a:ext cx="3690937" cy="1209675"/>
          </a:xfrm>
        </p:spPr>
        <p:txBody>
          <a:bodyPr lIns="0" tIns="0" rIns="0" bIns="0"/>
          <a:lstStyle>
            <a:lvl1pPr marL="0" indent="0">
              <a:lnSpc>
                <a:spcPts val="1800"/>
              </a:lnSpc>
              <a:spcBef>
                <a:spcPts val="900"/>
              </a:spcBef>
              <a:buNone/>
              <a:defRPr sz="1400" b="1">
                <a:solidFill>
                  <a:schemeClr val="accent1"/>
                </a:solidFill>
                <a:latin typeface="+mn-lt"/>
              </a:defRPr>
            </a:lvl1pPr>
            <a:lvl2pPr marL="0" marR="0" indent="0" algn="l" defTabSz="932742" rtl="0" eaLnBrk="1" fontAlgn="auto" latinLnBrk="0" hangingPunct="1">
              <a:lnSpc>
                <a:spcPts val="1800"/>
              </a:lnSpc>
              <a:spcBef>
                <a:spcPts val="450"/>
              </a:spcBef>
              <a:spcAft>
                <a:spcPts val="0"/>
              </a:spcAft>
              <a:buClrTx/>
              <a:buSzPct val="90000"/>
              <a:buFont typeface="Arial" panose="020B0604020202020204" pitchFamily="34" charset="0"/>
              <a:buNone/>
              <a:tabLst/>
              <a:defRPr sz="1400">
                <a:solidFill>
                  <a:schemeClr val="tx1"/>
                </a:solidFill>
              </a:defRPr>
            </a:lvl2pPr>
            <a:lvl3pPr marL="457200" indent="0">
              <a:buNone/>
              <a:defRPr/>
            </a:lvl3pPr>
            <a:lvl4pPr marL="685800" indent="0">
              <a:buNone/>
              <a:defRPr/>
            </a:lvl4pPr>
            <a:lvl5pPr marL="914400" indent="0">
              <a:buNone/>
              <a:defRPr/>
            </a:lvl5pPr>
          </a:lstStyle>
          <a:p>
            <a:pPr lvl="0"/>
            <a:r>
              <a:rPr lang="en-US" dirty="0"/>
              <a:t>Paragraph title Segoe UI bold 14</a:t>
            </a:r>
          </a:p>
          <a:p>
            <a:pPr lvl="1"/>
            <a:r>
              <a:rPr lang="en-US" dirty="0"/>
              <a:t>Body copy Segoe Regular 14/18.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a:t>
            </a:r>
            <a:r>
              <a:rPr lang="en-US" dirty="0"/>
              <a:t>, </a:t>
            </a:r>
            <a:r>
              <a:rPr lang="en-US" dirty="0" err="1"/>
              <a:t>omnimusdae</a:t>
            </a:r>
            <a:r>
              <a:rPr lang="en-US" dirty="0"/>
              <a:t>. </a:t>
            </a:r>
            <a:r>
              <a:rPr lang="en-US" dirty="0" err="1"/>
              <a:t>Boribus</a:t>
            </a:r>
            <a:r>
              <a:rPr lang="en-US" dirty="0"/>
              <a:t> </a:t>
            </a:r>
            <a:r>
              <a:rPr lang="en-US" dirty="0" err="1"/>
              <a:t>sinctius</a:t>
            </a:r>
            <a:r>
              <a:rPr lang="en-US" dirty="0"/>
              <a:t> </a:t>
            </a:r>
            <a:r>
              <a:rPr lang="en-US" dirty="0" err="1"/>
              <a:t>nimaxime</a:t>
            </a:r>
            <a:r>
              <a:rPr lang="en-US" dirty="0"/>
              <a:t> sit et </a:t>
            </a:r>
            <a:r>
              <a:rPr lang="en-US" dirty="0" err="1"/>
              <a:t>nonsequibus</a:t>
            </a:r>
            <a:r>
              <a:rPr lang="en-US" dirty="0"/>
              <a:t> </a:t>
            </a:r>
            <a:r>
              <a:rPr lang="en-US" dirty="0" err="1"/>
              <a:t>dollendis</a:t>
            </a:r>
            <a:r>
              <a:rPr lang="en-US" dirty="0"/>
              <a:t> as </a:t>
            </a:r>
            <a:r>
              <a:rPr lang="en-US" dirty="0" err="1"/>
              <a:t>autestiatur</a:t>
            </a:r>
            <a:r>
              <a:rPr lang="en-US" dirty="0"/>
              <a:t>.</a:t>
            </a:r>
          </a:p>
        </p:txBody>
      </p:sp>
      <p:sp>
        <p:nvSpPr>
          <p:cNvPr id="9" name="Text Placeholder 4"/>
          <p:cNvSpPr>
            <a:spLocks noGrp="1"/>
          </p:cNvSpPr>
          <p:nvPr>
            <p:ph type="body" sz="quarter" idx="12" hasCustomPrompt="1"/>
          </p:nvPr>
        </p:nvSpPr>
        <p:spPr>
          <a:xfrm>
            <a:off x="4386263" y="5026024"/>
            <a:ext cx="3690937" cy="1209675"/>
          </a:xfrm>
        </p:spPr>
        <p:txBody>
          <a:bodyPr lIns="0" tIns="0" rIns="0" bIns="0"/>
          <a:lstStyle>
            <a:lvl1pPr marL="0" indent="0">
              <a:lnSpc>
                <a:spcPts val="1800"/>
              </a:lnSpc>
              <a:spcBef>
                <a:spcPts val="900"/>
              </a:spcBef>
              <a:buNone/>
              <a:defRPr sz="1400">
                <a:solidFill>
                  <a:schemeClr val="accent1"/>
                </a:solidFill>
              </a:defRPr>
            </a:lvl1pPr>
            <a:lvl2pPr marL="0" marR="0" indent="0" algn="l" defTabSz="932742" rtl="0" eaLnBrk="1" fontAlgn="auto" latinLnBrk="0" hangingPunct="1">
              <a:lnSpc>
                <a:spcPts val="1800"/>
              </a:lnSpc>
              <a:spcBef>
                <a:spcPts val="450"/>
              </a:spcBef>
              <a:spcAft>
                <a:spcPts val="0"/>
              </a:spcAft>
              <a:buClrTx/>
              <a:buSzPct val="90000"/>
              <a:buFont typeface="Arial" panose="020B0604020202020204" pitchFamily="34" charset="0"/>
              <a:buNone/>
              <a:tabLst/>
              <a:defRPr sz="1400">
                <a:solidFill>
                  <a:schemeClr val="tx1"/>
                </a:solidFill>
              </a:defRPr>
            </a:lvl2pPr>
            <a:lvl3pPr marL="457200" indent="0">
              <a:buNone/>
              <a:defRPr/>
            </a:lvl3pPr>
            <a:lvl4pPr marL="685800" indent="0">
              <a:buNone/>
              <a:defRPr/>
            </a:lvl4pPr>
            <a:lvl5pPr marL="914400" indent="0">
              <a:buNone/>
              <a:defRPr/>
            </a:lvl5pPr>
          </a:lstStyle>
          <a:p>
            <a:pPr lvl="0"/>
            <a:r>
              <a:rPr lang="en-US" dirty="0"/>
              <a:t>Paragraph title Segoe UI bold 14</a:t>
            </a:r>
          </a:p>
          <a:p>
            <a:pPr lvl="1"/>
            <a:r>
              <a:rPr lang="en-US" dirty="0"/>
              <a:t>Body copy Segoe Regular 14/18.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a:t>
            </a:r>
            <a:r>
              <a:rPr lang="en-US" dirty="0"/>
              <a:t>, </a:t>
            </a:r>
            <a:r>
              <a:rPr lang="en-US" dirty="0" err="1"/>
              <a:t>omnimusdae</a:t>
            </a:r>
            <a:r>
              <a:rPr lang="en-US" dirty="0"/>
              <a:t>. </a:t>
            </a:r>
            <a:r>
              <a:rPr lang="en-US" dirty="0" err="1"/>
              <a:t>Boribus</a:t>
            </a:r>
            <a:r>
              <a:rPr lang="en-US" dirty="0"/>
              <a:t> </a:t>
            </a:r>
            <a:r>
              <a:rPr lang="en-US" dirty="0" err="1"/>
              <a:t>sinctius</a:t>
            </a:r>
            <a:r>
              <a:rPr lang="en-US" dirty="0"/>
              <a:t> </a:t>
            </a:r>
            <a:r>
              <a:rPr lang="en-US" dirty="0" err="1"/>
              <a:t>nimaxime</a:t>
            </a:r>
            <a:r>
              <a:rPr lang="en-US" dirty="0"/>
              <a:t> sit et </a:t>
            </a:r>
            <a:r>
              <a:rPr lang="en-US" dirty="0" err="1"/>
              <a:t>nonsequibus</a:t>
            </a:r>
            <a:r>
              <a:rPr lang="en-US" dirty="0"/>
              <a:t> </a:t>
            </a:r>
            <a:r>
              <a:rPr lang="en-US" dirty="0" err="1"/>
              <a:t>dollendis</a:t>
            </a:r>
            <a:r>
              <a:rPr lang="en-US" dirty="0"/>
              <a:t> as </a:t>
            </a:r>
            <a:r>
              <a:rPr lang="en-US" dirty="0" err="1"/>
              <a:t>autestiatur</a:t>
            </a:r>
            <a:r>
              <a:rPr lang="en-US" dirty="0"/>
              <a:t>.</a:t>
            </a:r>
          </a:p>
        </p:txBody>
      </p:sp>
      <p:sp>
        <p:nvSpPr>
          <p:cNvPr id="10" name="Text Placeholder 4"/>
          <p:cNvSpPr>
            <a:spLocks noGrp="1"/>
          </p:cNvSpPr>
          <p:nvPr>
            <p:ph type="body" sz="quarter" idx="13" hasCustomPrompt="1"/>
          </p:nvPr>
        </p:nvSpPr>
        <p:spPr>
          <a:xfrm>
            <a:off x="8307388" y="5026024"/>
            <a:ext cx="3690937" cy="1209675"/>
          </a:xfrm>
        </p:spPr>
        <p:txBody>
          <a:bodyPr lIns="0" tIns="0" rIns="0" bIns="0"/>
          <a:lstStyle>
            <a:lvl1pPr marL="0" indent="0">
              <a:lnSpc>
                <a:spcPts val="1800"/>
              </a:lnSpc>
              <a:spcBef>
                <a:spcPts val="900"/>
              </a:spcBef>
              <a:buNone/>
              <a:defRPr sz="1400">
                <a:solidFill>
                  <a:schemeClr val="accent1"/>
                </a:solidFill>
              </a:defRPr>
            </a:lvl1pPr>
            <a:lvl2pPr marL="0" marR="0" indent="0" algn="l" defTabSz="932742" rtl="0" eaLnBrk="1" fontAlgn="auto" latinLnBrk="0" hangingPunct="1">
              <a:lnSpc>
                <a:spcPts val="1800"/>
              </a:lnSpc>
              <a:spcBef>
                <a:spcPts val="450"/>
              </a:spcBef>
              <a:spcAft>
                <a:spcPts val="0"/>
              </a:spcAft>
              <a:buClrTx/>
              <a:buSzPct val="90000"/>
              <a:buFont typeface="Arial" panose="020B0604020202020204" pitchFamily="34" charset="0"/>
              <a:buNone/>
              <a:tabLst/>
              <a:defRPr sz="1400">
                <a:solidFill>
                  <a:schemeClr val="tx1"/>
                </a:solidFill>
              </a:defRPr>
            </a:lvl2pPr>
            <a:lvl3pPr marL="457200" indent="0">
              <a:buNone/>
              <a:defRPr/>
            </a:lvl3pPr>
            <a:lvl4pPr marL="685800" indent="0">
              <a:buNone/>
              <a:defRPr/>
            </a:lvl4pPr>
            <a:lvl5pPr marL="914400" indent="0">
              <a:buNone/>
              <a:defRPr/>
            </a:lvl5pPr>
          </a:lstStyle>
          <a:p>
            <a:pPr lvl="0"/>
            <a:r>
              <a:rPr lang="en-US" dirty="0"/>
              <a:t>Paragraph title Segoe UI bold 14</a:t>
            </a:r>
          </a:p>
          <a:p>
            <a:pPr lvl="1"/>
            <a:r>
              <a:rPr lang="en-US" dirty="0"/>
              <a:t>Body copy Segoe Regular 14/18.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a:t>
            </a:r>
            <a:r>
              <a:rPr lang="en-US" dirty="0"/>
              <a:t>, </a:t>
            </a:r>
            <a:r>
              <a:rPr lang="en-US" dirty="0" err="1"/>
              <a:t>omnimusdae</a:t>
            </a:r>
            <a:r>
              <a:rPr lang="en-US" dirty="0"/>
              <a:t>. </a:t>
            </a:r>
            <a:r>
              <a:rPr lang="en-US" dirty="0" err="1"/>
              <a:t>Boribus</a:t>
            </a:r>
            <a:r>
              <a:rPr lang="en-US" dirty="0"/>
              <a:t> </a:t>
            </a:r>
            <a:r>
              <a:rPr lang="en-US" dirty="0" err="1"/>
              <a:t>sinctius</a:t>
            </a:r>
            <a:r>
              <a:rPr lang="en-US" dirty="0"/>
              <a:t> </a:t>
            </a:r>
            <a:r>
              <a:rPr lang="en-US" dirty="0" err="1"/>
              <a:t>nimaxime</a:t>
            </a:r>
            <a:r>
              <a:rPr lang="en-US" dirty="0"/>
              <a:t> sit et </a:t>
            </a:r>
            <a:r>
              <a:rPr lang="en-US" dirty="0" err="1"/>
              <a:t>nonsequibus</a:t>
            </a:r>
            <a:r>
              <a:rPr lang="en-US" dirty="0"/>
              <a:t> </a:t>
            </a:r>
            <a:r>
              <a:rPr lang="en-US" dirty="0" err="1"/>
              <a:t>dollendis</a:t>
            </a:r>
            <a:r>
              <a:rPr lang="en-US" dirty="0"/>
              <a:t> as </a:t>
            </a:r>
            <a:r>
              <a:rPr lang="en-US" dirty="0" err="1"/>
              <a:t>autestiatur</a:t>
            </a:r>
            <a:r>
              <a:rPr lang="en-US" dirty="0"/>
              <a:t>.</a:t>
            </a:r>
          </a:p>
        </p:txBody>
      </p:sp>
    </p:spTree>
    <p:extLst>
      <p:ext uri="{BB962C8B-B14F-4D97-AF65-F5344CB8AC3E}">
        <p14:creationId xmlns:p14="http://schemas.microsoft.com/office/powerpoint/2010/main" val="1522753587"/>
      </p:ext>
    </p:extLst>
  </p:cSld>
  <p:clrMapOvr>
    <a:masterClrMapping/>
  </p:clrMapOvr>
  <p:transition>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Device layout 1">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65138" y="632779"/>
            <a:ext cx="11533187" cy="411162"/>
          </a:xfrm>
        </p:spPr>
        <p:txBody>
          <a:bodyPr wrap="square" lIns="0" tIns="0" rIns="0" bIns="0">
            <a:spAutoFit/>
          </a:bodyPr>
          <a:lstStyle>
            <a:lvl1pPr>
              <a:lnSpc>
                <a:spcPts val="3200"/>
              </a:lnSpc>
              <a:defRPr sz="2800">
                <a:solidFill>
                  <a:schemeClr val="tx1"/>
                </a:solidFill>
              </a:defRPr>
            </a:lvl1pPr>
          </a:lstStyle>
          <a:p>
            <a:r>
              <a:rPr lang="en-US" dirty="0"/>
              <a:t>Device layout 1: one column</a:t>
            </a:r>
          </a:p>
        </p:txBody>
      </p:sp>
      <p:sp>
        <p:nvSpPr>
          <p:cNvPr id="4" name="Text Placeholder 3"/>
          <p:cNvSpPr>
            <a:spLocks noGrp="1"/>
          </p:cNvSpPr>
          <p:nvPr>
            <p:ph type="body" sz="quarter" idx="10" hasCustomPrompt="1"/>
          </p:nvPr>
        </p:nvSpPr>
        <p:spPr>
          <a:xfrm>
            <a:off x="465138" y="1919804"/>
            <a:ext cx="4853623" cy="615553"/>
          </a:xfrm>
        </p:spPr>
        <p:txBody>
          <a:bodyPr wrap="square" lIns="0" tIns="0" rIns="0" bIns="0">
            <a:spAutoFit/>
          </a:bodyPr>
          <a:lstStyle>
            <a:lvl1pPr marL="0" indent="0">
              <a:lnSpc>
                <a:spcPts val="2400"/>
              </a:lnSpc>
              <a:buNone/>
              <a:defRPr sz="2000" b="0" i="0">
                <a:solidFill>
                  <a:schemeClr val="tx1"/>
                </a:solidFill>
                <a:latin typeface="+mn-lt"/>
              </a:defRPr>
            </a:lvl1pPr>
            <a:lvl2pPr marL="228600" indent="0">
              <a:buNone/>
              <a:defRPr/>
            </a:lvl2pPr>
            <a:lvl3pPr marL="457200" indent="0">
              <a:buNone/>
              <a:defRPr/>
            </a:lvl3pPr>
            <a:lvl4pPr marL="685800" indent="0">
              <a:buNone/>
              <a:defRPr/>
            </a:lvl4pPr>
            <a:lvl5pPr marL="914400" indent="0">
              <a:buNone/>
              <a:defRPr/>
            </a:lvl5pPr>
          </a:lstStyle>
          <a:p>
            <a:pPr lvl="0"/>
            <a:r>
              <a:rPr lang="pt-BR" dirty="0"/>
              <a:t>Subhead Segoe UI Regular 20/24. Em volor resequaectur.</a:t>
            </a:r>
            <a:endParaRPr lang="en-US" dirty="0"/>
          </a:p>
        </p:txBody>
      </p:sp>
      <p:sp>
        <p:nvSpPr>
          <p:cNvPr id="5" name="Text Placeholder 4"/>
          <p:cNvSpPr>
            <a:spLocks noGrp="1"/>
          </p:cNvSpPr>
          <p:nvPr>
            <p:ph type="body" sz="quarter" idx="11" hasCustomPrompt="1"/>
          </p:nvPr>
        </p:nvSpPr>
        <p:spPr>
          <a:xfrm>
            <a:off x="465139" y="2761498"/>
            <a:ext cx="4853622" cy="2818376"/>
          </a:xfrm>
        </p:spPr>
        <p:txBody>
          <a:bodyPr lIns="0" tIns="0" rIns="0" bIns="0"/>
          <a:lstStyle>
            <a:lvl1pPr marL="285750" indent="-285750">
              <a:lnSpc>
                <a:spcPts val="1800"/>
              </a:lnSpc>
              <a:spcBef>
                <a:spcPts val="0"/>
              </a:spcBef>
              <a:buFont typeface="Arial" panose="020B0604020202020204" pitchFamily="34" charset="0"/>
              <a:buChar char="•"/>
              <a:defRPr sz="1400" b="0" i="0">
                <a:solidFill>
                  <a:schemeClr val="tx1"/>
                </a:solidFill>
                <a:latin typeface="+mn-lt"/>
              </a:defRPr>
            </a:lvl1pPr>
            <a:lvl2pPr marL="0" indent="0">
              <a:lnSpc>
                <a:spcPts val="1800"/>
              </a:lnSpc>
              <a:spcBef>
                <a:spcPts val="0"/>
              </a:spcBef>
              <a:buNone/>
              <a:defRPr sz="1400">
                <a:solidFill>
                  <a:schemeClr val="tx1"/>
                </a:solidFill>
              </a:defRPr>
            </a:lvl2pPr>
            <a:lvl3pPr marL="457200" indent="0">
              <a:buNone/>
              <a:defRPr/>
            </a:lvl3pPr>
            <a:lvl4pPr marL="685800" indent="0">
              <a:buNone/>
              <a:defRPr/>
            </a:lvl4pPr>
            <a:lvl5pPr marL="914400" indent="0">
              <a:buNone/>
              <a:defRPr/>
            </a:lvl5pPr>
          </a:lstStyle>
          <a:p>
            <a:pPr lvl="0"/>
            <a:r>
              <a:rPr lang="en-US" dirty="0"/>
              <a:t>Body copy 14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omnimusdae</a:t>
            </a:r>
            <a:r>
              <a:rPr lang="en-US" dirty="0"/>
              <a:t>. </a:t>
            </a:r>
            <a:r>
              <a:rPr lang="en-US" dirty="0" err="1"/>
              <a:t>Icaecatur</a:t>
            </a:r>
            <a:r>
              <a:rPr lang="en-US" dirty="0"/>
              <a:t>.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r>
              <a:rPr lang="en-US" dirty="0" err="1"/>
              <a:t>autestiatur</a:t>
            </a:r>
            <a:r>
              <a:rPr lang="en-US" dirty="0"/>
              <a:t>. </a:t>
            </a:r>
          </a:p>
          <a:p>
            <a:pPr lvl="0"/>
            <a:endParaRPr lang="en-US" dirty="0"/>
          </a:p>
          <a:p>
            <a:pPr lvl="0"/>
            <a:r>
              <a:rPr lang="en-US" dirty="0"/>
              <a:t>Body copy 14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omnimusdae</a:t>
            </a:r>
            <a:r>
              <a:rPr lang="en-US" dirty="0"/>
              <a:t>. </a:t>
            </a:r>
            <a:r>
              <a:rPr lang="en-US" dirty="0" err="1"/>
              <a:t>Icaecatur</a:t>
            </a:r>
            <a:r>
              <a:rPr lang="en-US" dirty="0"/>
              <a:t>.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r>
              <a:rPr lang="en-US" dirty="0" err="1"/>
              <a:t>autestiatur</a:t>
            </a:r>
            <a:r>
              <a:rPr lang="en-US" dirty="0"/>
              <a:t>. </a:t>
            </a:r>
          </a:p>
          <a:p>
            <a:pPr lvl="0"/>
            <a:endParaRPr lang="en-US" dirty="0"/>
          </a:p>
          <a:p>
            <a:pPr lvl="0"/>
            <a:r>
              <a:rPr lang="en-US" dirty="0"/>
              <a:t>Body copy 14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omnimusdae</a:t>
            </a:r>
            <a:r>
              <a:rPr lang="en-US" dirty="0"/>
              <a:t>. </a:t>
            </a:r>
            <a:r>
              <a:rPr lang="en-US" dirty="0" err="1"/>
              <a:t>Icaecatur</a:t>
            </a:r>
            <a:r>
              <a:rPr lang="en-US" dirty="0"/>
              <a:t>.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r>
              <a:rPr lang="en-US" dirty="0" err="1"/>
              <a:t>autestiatur</a:t>
            </a:r>
            <a:r>
              <a:rPr lang="en-US" dirty="0"/>
              <a:t>.</a:t>
            </a:r>
          </a:p>
        </p:txBody>
      </p:sp>
    </p:spTree>
    <p:extLst>
      <p:ext uri="{BB962C8B-B14F-4D97-AF65-F5344CB8AC3E}">
        <p14:creationId xmlns:p14="http://schemas.microsoft.com/office/powerpoint/2010/main" val="2768780090"/>
      </p:ext>
    </p:extLst>
  </p:cSld>
  <p:clrMapOvr>
    <a:masterClrMapping/>
  </p:clrMapOvr>
  <p:transition>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Device layout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65138" y="632779"/>
            <a:ext cx="11533187" cy="411162"/>
          </a:xfrm>
        </p:spPr>
        <p:txBody>
          <a:bodyPr wrap="square" lIns="0" tIns="0" rIns="0" bIns="0">
            <a:spAutoFit/>
          </a:bodyPr>
          <a:lstStyle>
            <a:lvl1pPr>
              <a:lnSpc>
                <a:spcPts val="3200"/>
              </a:lnSpc>
              <a:defRPr sz="2800">
                <a:solidFill>
                  <a:schemeClr val="tx1"/>
                </a:solidFill>
              </a:defRPr>
            </a:lvl1pPr>
          </a:lstStyle>
          <a:p>
            <a:r>
              <a:rPr lang="en-US" dirty="0"/>
              <a:t>Device layout 2: two columns</a:t>
            </a:r>
          </a:p>
        </p:txBody>
      </p:sp>
      <p:sp>
        <p:nvSpPr>
          <p:cNvPr id="6" name="Text Placeholder 4"/>
          <p:cNvSpPr>
            <a:spLocks noGrp="1"/>
          </p:cNvSpPr>
          <p:nvPr>
            <p:ph type="body" sz="quarter" idx="11" hasCustomPrompt="1"/>
          </p:nvPr>
        </p:nvSpPr>
        <p:spPr>
          <a:xfrm>
            <a:off x="465139" y="1996440"/>
            <a:ext cx="1727200" cy="2817053"/>
          </a:xfrm>
        </p:spPr>
        <p:txBody>
          <a:bodyPr lIns="0" tIns="0" rIns="0" bIns="0"/>
          <a:lstStyle>
            <a:lvl1pPr marL="0" indent="0">
              <a:lnSpc>
                <a:spcPts val="1800"/>
              </a:lnSpc>
              <a:spcBef>
                <a:spcPts val="900"/>
              </a:spcBef>
              <a:buNone/>
              <a:defRPr sz="1400" b="1">
                <a:solidFill>
                  <a:schemeClr val="accent1"/>
                </a:solidFill>
                <a:latin typeface="+mn-lt"/>
              </a:defRPr>
            </a:lvl1pPr>
            <a:lvl2pPr marL="0" marR="0" indent="0" algn="l" defTabSz="932742" rtl="0" eaLnBrk="1" fontAlgn="auto" latinLnBrk="0" hangingPunct="1">
              <a:lnSpc>
                <a:spcPts val="1800"/>
              </a:lnSpc>
              <a:spcBef>
                <a:spcPts val="450"/>
              </a:spcBef>
              <a:spcAft>
                <a:spcPts val="0"/>
              </a:spcAft>
              <a:buClrTx/>
              <a:buSzPct val="90000"/>
              <a:buFont typeface="Arial" panose="020B0604020202020204" pitchFamily="34" charset="0"/>
              <a:buNone/>
              <a:tabLst/>
              <a:defRPr sz="1400">
                <a:solidFill>
                  <a:schemeClr val="tx1"/>
                </a:solidFill>
              </a:defRPr>
            </a:lvl2pPr>
            <a:lvl3pPr marL="457200" indent="0">
              <a:buNone/>
              <a:defRPr/>
            </a:lvl3pPr>
            <a:lvl4pPr marL="685800" indent="0">
              <a:buNone/>
              <a:defRPr/>
            </a:lvl4pPr>
            <a:lvl5pPr marL="914400" indent="0">
              <a:buNone/>
              <a:defRPr/>
            </a:lvl5pPr>
          </a:lstStyle>
          <a:p>
            <a:pPr lvl="0"/>
            <a:r>
              <a:rPr lang="en-US" dirty="0"/>
              <a:t>Paragraph title Segoe UI bold 14</a:t>
            </a:r>
          </a:p>
          <a:p>
            <a:pPr lvl="1"/>
            <a:r>
              <a:rPr lang="en-US" dirty="0"/>
              <a:t>Body copy Segoe Regular 14/18.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Unt</a:t>
            </a:r>
            <a:r>
              <a:rPr lang="en-US" dirty="0"/>
              <a:t> faces et </a:t>
            </a:r>
            <a:r>
              <a:rPr lang="en-US" dirty="0" err="1"/>
              <a:t>labore</a:t>
            </a:r>
            <a:r>
              <a:rPr lang="en-US" dirty="0"/>
              <a:t> </a:t>
            </a:r>
            <a:r>
              <a:rPr lang="en-US" dirty="0" err="1"/>
              <a:t>ium</a:t>
            </a:r>
            <a:r>
              <a:rPr lang="en-US" dirty="0"/>
              <a:t> el id et re od </a:t>
            </a:r>
            <a:r>
              <a:rPr lang="en-US" dirty="0" err="1"/>
              <a:t>utem</a:t>
            </a:r>
            <a:r>
              <a:rPr lang="en-US" dirty="0"/>
              <a:t> que </a:t>
            </a:r>
            <a:r>
              <a:rPr lang="en-US" dirty="0" err="1"/>
              <a:t>nist</a:t>
            </a:r>
            <a:r>
              <a:rPr lang="en-US" dirty="0"/>
              <a:t> et </a:t>
            </a:r>
            <a:r>
              <a:rPr lang="en-US" dirty="0" err="1"/>
              <a:t>ped</a:t>
            </a:r>
            <a:r>
              <a:rPr lang="en-US" dirty="0"/>
              <a:t> </a:t>
            </a:r>
            <a:r>
              <a:rPr lang="en-US" dirty="0" err="1"/>
              <a:t>quia</a:t>
            </a:r>
            <a:r>
              <a:rPr lang="en-US" dirty="0"/>
              <a:t> </a:t>
            </a:r>
            <a:r>
              <a:rPr lang="en-US" dirty="0" err="1"/>
              <a:t>dolore</a:t>
            </a:r>
            <a:r>
              <a:rPr lang="en-US" dirty="0"/>
              <a:t> is et lam, </a:t>
            </a:r>
            <a:r>
              <a:rPr lang="en-US" dirty="0" err="1"/>
              <a:t>vendunt</a:t>
            </a:r>
            <a:r>
              <a:rPr lang="en-US" dirty="0"/>
              <a:t> </a:t>
            </a:r>
            <a:r>
              <a:rPr lang="en-US" dirty="0" err="1"/>
              <a:t>voluptatur</a:t>
            </a:r>
            <a:r>
              <a:rPr lang="en-US" dirty="0"/>
              <a:t>. </a:t>
            </a:r>
          </a:p>
        </p:txBody>
      </p:sp>
      <p:sp>
        <p:nvSpPr>
          <p:cNvPr id="7" name="Text Placeholder 4"/>
          <p:cNvSpPr>
            <a:spLocks noGrp="1"/>
          </p:cNvSpPr>
          <p:nvPr>
            <p:ph type="body" sz="quarter" idx="15" hasCustomPrompt="1"/>
          </p:nvPr>
        </p:nvSpPr>
        <p:spPr>
          <a:xfrm>
            <a:off x="2426019" y="1996440"/>
            <a:ext cx="1727200" cy="2817053"/>
          </a:xfrm>
        </p:spPr>
        <p:txBody>
          <a:bodyPr lIns="0" tIns="0" rIns="0" bIns="0"/>
          <a:lstStyle>
            <a:lvl1pPr marL="0" indent="0">
              <a:lnSpc>
                <a:spcPts val="1800"/>
              </a:lnSpc>
              <a:spcBef>
                <a:spcPts val="900"/>
              </a:spcBef>
              <a:buNone/>
              <a:defRPr lang="en-US" sz="1400" b="1" kern="1200" spc="0" baseline="0" dirty="0" smtClean="0">
                <a:solidFill>
                  <a:schemeClr val="accent1"/>
                </a:solidFill>
                <a:latin typeface="+mn-lt"/>
                <a:ea typeface="+mn-ea"/>
                <a:cs typeface="+mn-cs"/>
              </a:defRPr>
            </a:lvl1pPr>
            <a:lvl2pPr marL="0" marR="0" indent="0" algn="l" defTabSz="932742" rtl="0" eaLnBrk="1" fontAlgn="auto" latinLnBrk="0" hangingPunct="1">
              <a:lnSpc>
                <a:spcPts val="1800"/>
              </a:lnSpc>
              <a:spcBef>
                <a:spcPts val="450"/>
              </a:spcBef>
              <a:spcAft>
                <a:spcPts val="0"/>
              </a:spcAft>
              <a:buClrTx/>
              <a:buSzPct val="90000"/>
              <a:buFont typeface="Arial" panose="020B0604020202020204" pitchFamily="34" charset="0"/>
              <a:buNone/>
              <a:tabLst/>
              <a:defRPr sz="1400">
                <a:solidFill>
                  <a:schemeClr val="tx1"/>
                </a:solidFill>
              </a:defRPr>
            </a:lvl2pPr>
            <a:lvl3pPr marL="457200" indent="0">
              <a:buNone/>
              <a:defRPr/>
            </a:lvl3pPr>
            <a:lvl4pPr marL="685800" indent="0">
              <a:buNone/>
              <a:defRPr/>
            </a:lvl4pPr>
            <a:lvl5pPr marL="914400" indent="0">
              <a:buNone/>
              <a:defRPr/>
            </a:lvl5pPr>
          </a:lstStyle>
          <a:p>
            <a:pPr marL="0" marR="0" lvl="0" indent="0" algn="l" defTabSz="932742" rtl="0" eaLnBrk="1" fontAlgn="auto" latinLnBrk="0" hangingPunct="1">
              <a:lnSpc>
                <a:spcPts val="1800"/>
              </a:lnSpc>
              <a:spcBef>
                <a:spcPts val="900"/>
              </a:spcBef>
              <a:spcAft>
                <a:spcPts val="0"/>
              </a:spcAft>
              <a:buClrTx/>
              <a:buSzPct val="90000"/>
              <a:buFont typeface="Wingdings" panose="05000000000000000000" pitchFamily="2" charset="2"/>
              <a:buNone/>
              <a:tabLst/>
            </a:pPr>
            <a:r>
              <a:rPr lang="en-US" dirty="0"/>
              <a:t>Paragraph title Segoe UI bold 14</a:t>
            </a:r>
          </a:p>
          <a:p>
            <a:pPr lvl="1"/>
            <a:r>
              <a:rPr lang="en-US" dirty="0"/>
              <a:t>Body copy Segoe Regular 14/18.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Unt</a:t>
            </a:r>
            <a:r>
              <a:rPr lang="en-US" dirty="0"/>
              <a:t> faces et </a:t>
            </a:r>
            <a:r>
              <a:rPr lang="en-US" dirty="0" err="1"/>
              <a:t>labore</a:t>
            </a:r>
            <a:r>
              <a:rPr lang="en-US" dirty="0"/>
              <a:t> </a:t>
            </a:r>
            <a:r>
              <a:rPr lang="en-US" dirty="0" err="1"/>
              <a:t>ium</a:t>
            </a:r>
            <a:r>
              <a:rPr lang="en-US" dirty="0"/>
              <a:t> el id et re od </a:t>
            </a:r>
            <a:r>
              <a:rPr lang="en-US" dirty="0" err="1"/>
              <a:t>utem</a:t>
            </a:r>
            <a:r>
              <a:rPr lang="en-US" dirty="0"/>
              <a:t> que </a:t>
            </a:r>
            <a:r>
              <a:rPr lang="en-US" dirty="0" err="1"/>
              <a:t>nist</a:t>
            </a:r>
            <a:r>
              <a:rPr lang="en-US" dirty="0"/>
              <a:t> et </a:t>
            </a:r>
            <a:r>
              <a:rPr lang="en-US" dirty="0" err="1"/>
              <a:t>ped</a:t>
            </a:r>
            <a:r>
              <a:rPr lang="en-US" dirty="0"/>
              <a:t> </a:t>
            </a:r>
            <a:r>
              <a:rPr lang="en-US" dirty="0" err="1"/>
              <a:t>quia</a:t>
            </a:r>
            <a:r>
              <a:rPr lang="en-US" dirty="0"/>
              <a:t> </a:t>
            </a:r>
            <a:r>
              <a:rPr lang="en-US" dirty="0" err="1"/>
              <a:t>dolore</a:t>
            </a:r>
            <a:r>
              <a:rPr lang="en-US" dirty="0"/>
              <a:t> is et lam, </a:t>
            </a:r>
            <a:r>
              <a:rPr lang="en-US" dirty="0" err="1"/>
              <a:t>vendunt</a:t>
            </a:r>
            <a:r>
              <a:rPr lang="en-US" dirty="0"/>
              <a:t> </a:t>
            </a:r>
            <a:r>
              <a:rPr lang="en-US" dirty="0" err="1"/>
              <a:t>voluptatur</a:t>
            </a:r>
            <a:r>
              <a:rPr lang="en-US" dirty="0"/>
              <a:t>. </a:t>
            </a:r>
          </a:p>
        </p:txBody>
      </p:sp>
    </p:spTree>
    <p:extLst>
      <p:ext uri="{BB962C8B-B14F-4D97-AF65-F5344CB8AC3E}">
        <p14:creationId xmlns:p14="http://schemas.microsoft.com/office/powerpoint/2010/main" val="2994402774"/>
      </p:ext>
    </p:extLst>
  </p:cSld>
  <p:clrMapOvr>
    <a:masterClrMapping/>
  </p:clrMapOvr>
  <p:transition>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Device layout 3">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65138" y="632779"/>
            <a:ext cx="11533187" cy="411162"/>
          </a:xfrm>
        </p:spPr>
        <p:txBody>
          <a:bodyPr wrap="square" lIns="0" tIns="0" rIns="0" bIns="0">
            <a:spAutoFit/>
          </a:bodyPr>
          <a:lstStyle>
            <a:lvl1pPr>
              <a:lnSpc>
                <a:spcPts val="3200"/>
              </a:lnSpc>
              <a:defRPr sz="2800">
                <a:solidFill>
                  <a:schemeClr val="tx1"/>
                </a:solidFill>
              </a:defRPr>
            </a:lvl1pPr>
          </a:lstStyle>
          <a:p>
            <a:r>
              <a:rPr lang="en-US" dirty="0"/>
              <a:t>Device layout 3</a:t>
            </a:r>
          </a:p>
        </p:txBody>
      </p:sp>
    </p:spTree>
    <p:extLst>
      <p:ext uri="{BB962C8B-B14F-4D97-AF65-F5344CB8AC3E}">
        <p14:creationId xmlns:p14="http://schemas.microsoft.com/office/powerpoint/2010/main" val="3589100596"/>
      </p:ext>
    </p:extLst>
  </p:cSld>
  <p:clrMapOvr>
    <a:masterClrMapping/>
  </p:clrMapOvr>
  <p:transition>
    <p:fad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hart layout">
    <p:spTree>
      <p:nvGrpSpPr>
        <p:cNvPr id="1" name=""/>
        <p:cNvGrpSpPr/>
        <p:nvPr/>
      </p:nvGrpSpPr>
      <p:grpSpPr>
        <a:xfrm>
          <a:off x="0" y="0"/>
          <a:ext cx="0" cy="0"/>
          <a:chOff x="0" y="0"/>
          <a:chExt cx="0" cy="0"/>
        </a:xfrm>
      </p:grpSpPr>
      <p:sp>
        <p:nvSpPr>
          <p:cNvPr id="7" name="Chart Placeholder 6"/>
          <p:cNvSpPr>
            <a:spLocks noGrp="1"/>
          </p:cNvSpPr>
          <p:nvPr>
            <p:ph type="chart" sz="quarter" idx="21"/>
          </p:nvPr>
        </p:nvSpPr>
        <p:spPr>
          <a:xfrm>
            <a:off x="465139" y="2168525"/>
            <a:ext cx="3690933" cy="3605213"/>
          </a:xfrm>
        </p:spPr>
        <p:txBody>
          <a:bodyPr anchor="ctr">
            <a:noAutofit/>
          </a:bodyPr>
          <a:lstStyle>
            <a:lvl1pPr marL="0" indent="0" algn="ctr">
              <a:buNone/>
              <a:defRPr sz="2400"/>
            </a:lvl1pPr>
          </a:lstStyle>
          <a:p>
            <a:r>
              <a:rPr lang="en-US"/>
              <a:t>Click icon to add chart</a:t>
            </a:r>
            <a:endParaRPr lang="en-US" dirty="0"/>
          </a:p>
        </p:txBody>
      </p:sp>
      <p:sp>
        <p:nvSpPr>
          <p:cNvPr id="2" name="Title 1"/>
          <p:cNvSpPr>
            <a:spLocks noGrp="1"/>
          </p:cNvSpPr>
          <p:nvPr>
            <p:ph type="title" hasCustomPrompt="1"/>
          </p:nvPr>
        </p:nvSpPr>
        <p:spPr>
          <a:xfrm>
            <a:off x="465138" y="632779"/>
            <a:ext cx="11533187" cy="411162"/>
          </a:xfrm>
        </p:spPr>
        <p:txBody>
          <a:bodyPr wrap="square" lIns="0" tIns="0" rIns="0" bIns="0">
            <a:spAutoFit/>
          </a:bodyPr>
          <a:lstStyle>
            <a:lvl1pPr>
              <a:lnSpc>
                <a:spcPts val="3200"/>
              </a:lnSpc>
              <a:defRPr sz="2800">
                <a:solidFill>
                  <a:srgbClr val="2F2F2F"/>
                </a:solidFill>
              </a:defRPr>
            </a:lvl1pPr>
          </a:lstStyle>
          <a:p>
            <a:r>
              <a:rPr lang="en-US" dirty="0"/>
              <a:t>Chart examples</a:t>
            </a:r>
          </a:p>
        </p:txBody>
      </p:sp>
      <p:sp>
        <p:nvSpPr>
          <p:cNvPr id="5" name="Text Placeholder 4"/>
          <p:cNvSpPr>
            <a:spLocks noGrp="1"/>
          </p:cNvSpPr>
          <p:nvPr>
            <p:ph type="body" sz="quarter" idx="11" hasCustomPrompt="1"/>
          </p:nvPr>
        </p:nvSpPr>
        <p:spPr>
          <a:xfrm>
            <a:off x="465138" y="5773736"/>
            <a:ext cx="3690937" cy="153888"/>
          </a:xfrm>
        </p:spPr>
        <p:txBody>
          <a:bodyPr lIns="0" tIns="0" rIns="0" bIns="0"/>
          <a:lstStyle>
            <a:lvl1pPr marL="0" indent="0">
              <a:lnSpc>
                <a:spcPts val="1200"/>
              </a:lnSpc>
              <a:spcBef>
                <a:spcPts val="900"/>
              </a:spcBef>
              <a:buNone/>
              <a:defRPr sz="1000">
                <a:solidFill>
                  <a:schemeClr val="tx1"/>
                </a:solidFill>
              </a:defRPr>
            </a:lvl1pPr>
            <a:lvl2pPr marL="0" marR="0" indent="0" algn="l" defTabSz="932742" rtl="0" eaLnBrk="1" fontAlgn="auto" latinLnBrk="0" hangingPunct="1">
              <a:lnSpc>
                <a:spcPts val="1200"/>
              </a:lnSpc>
              <a:spcBef>
                <a:spcPts val="450"/>
              </a:spcBef>
              <a:spcAft>
                <a:spcPts val="0"/>
              </a:spcAft>
              <a:buClrTx/>
              <a:buSzPct val="90000"/>
              <a:buFont typeface="Arial" panose="020B0604020202020204" pitchFamily="34" charset="0"/>
              <a:buNone/>
              <a:tabLst/>
              <a:defRPr lang="en-US" sz="1000" kern="1200" spc="0" baseline="0" dirty="0" smtClean="0">
                <a:solidFill>
                  <a:schemeClr val="tx1"/>
                </a:solidFill>
                <a:latin typeface="+mn-lt"/>
                <a:ea typeface="+mn-ea"/>
                <a:cs typeface="+mn-cs"/>
              </a:defRPr>
            </a:lvl2pPr>
            <a:lvl3pPr marL="457200" indent="0">
              <a:buNone/>
              <a:defRPr/>
            </a:lvl3pPr>
            <a:lvl4pPr marL="685800" indent="0">
              <a:buNone/>
              <a:defRPr/>
            </a:lvl4pPr>
            <a:lvl5pPr marL="914400" indent="0">
              <a:buNone/>
              <a:defRPr/>
            </a:lvl5pPr>
          </a:lstStyle>
          <a:p>
            <a:pPr lvl="0"/>
            <a:r>
              <a:rPr lang="en-US" dirty="0"/>
              <a:t>Caption title Segoe </a:t>
            </a:r>
            <a:r>
              <a:rPr lang="en-US" dirty="0" err="1"/>
              <a:t>Semibold</a:t>
            </a:r>
            <a:r>
              <a:rPr lang="en-US" dirty="0"/>
              <a:t> 10/12. </a:t>
            </a:r>
          </a:p>
        </p:txBody>
      </p:sp>
      <p:sp>
        <p:nvSpPr>
          <p:cNvPr id="9" name="Text Placeholder 4"/>
          <p:cNvSpPr>
            <a:spLocks noGrp="1"/>
          </p:cNvSpPr>
          <p:nvPr>
            <p:ph type="body" sz="quarter" idx="12" hasCustomPrompt="1"/>
          </p:nvPr>
        </p:nvSpPr>
        <p:spPr>
          <a:xfrm>
            <a:off x="465135" y="5931090"/>
            <a:ext cx="3690937" cy="307777"/>
          </a:xfrm>
        </p:spPr>
        <p:txBody>
          <a:bodyPr lIns="0" tIns="0" rIns="0" bIns="0"/>
          <a:lstStyle>
            <a:lvl1pPr marL="0" indent="0">
              <a:lnSpc>
                <a:spcPts val="1200"/>
              </a:lnSpc>
              <a:spcBef>
                <a:spcPts val="900"/>
              </a:spcBef>
              <a:buFont typeface="Arial" panose="020B0604020202020204" pitchFamily="34" charset="0"/>
              <a:buNone/>
              <a:defRPr sz="1000" b="0" i="0">
                <a:solidFill>
                  <a:schemeClr val="tx1"/>
                </a:solidFill>
                <a:latin typeface="+mn-lt"/>
              </a:defRPr>
            </a:lvl1pPr>
            <a:lvl2pPr marL="0" marR="0" indent="0" algn="l" defTabSz="932742" rtl="0" eaLnBrk="1" fontAlgn="auto" latinLnBrk="0" hangingPunct="1">
              <a:lnSpc>
                <a:spcPts val="1200"/>
              </a:lnSpc>
              <a:spcBef>
                <a:spcPts val="450"/>
              </a:spcBef>
              <a:spcAft>
                <a:spcPts val="0"/>
              </a:spcAft>
              <a:buClrTx/>
              <a:buSzPct val="90000"/>
              <a:buFont typeface="Arial" panose="020B0604020202020204" pitchFamily="34" charset="0"/>
              <a:buNone/>
              <a:tabLst/>
              <a:defRPr sz="1000">
                <a:solidFill>
                  <a:schemeClr val="tx1"/>
                </a:solidFill>
              </a:defRPr>
            </a:lvl2pPr>
            <a:lvl3pPr marL="457200" indent="0">
              <a:buNone/>
              <a:defRPr/>
            </a:lvl3pPr>
            <a:lvl4pPr marL="685800" indent="0">
              <a:buNone/>
              <a:defRPr/>
            </a:lvl4pPr>
            <a:lvl5pPr marL="914400" indent="0">
              <a:buNone/>
              <a:defRPr/>
            </a:lvl5pPr>
          </a:lstStyle>
          <a:p>
            <a:pPr lvl="0"/>
            <a:r>
              <a:rPr lang="en-US" dirty="0"/>
              <a:t>Caption body copy Segoe Regular 10/12. </a:t>
            </a:r>
            <a:r>
              <a:rPr lang="en-US" dirty="0" err="1"/>
              <a:t>Cavorest</a:t>
            </a:r>
            <a:r>
              <a:rPr lang="en-US" dirty="0"/>
              <a:t> a </a:t>
            </a:r>
            <a:r>
              <a:rPr lang="en-US" dirty="0" err="1"/>
              <a:t>aut</a:t>
            </a:r>
            <a:r>
              <a:rPr lang="en-US" dirty="0"/>
              <a:t> arum </a:t>
            </a:r>
            <a:r>
              <a:rPr lang="en-US" dirty="0" err="1"/>
              <a:t>quam</a:t>
            </a:r>
            <a:r>
              <a:rPr lang="en-US" dirty="0"/>
              <a:t> id eat.</a:t>
            </a:r>
          </a:p>
        </p:txBody>
      </p:sp>
      <p:sp>
        <p:nvSpPr>
          <p:cNvPr id="16" name="Text Placeholder 4"/>
          <p:cNvSpPr>
            <a:spLocks noGrp="1"/>
          </p:cNvSpPr>
          <p:nvPr>
            <p:ph type="body" sz="quarter" idx="17" hasCustomPrompt="1"/>
          </p:nvPr>
        </p:nvSpPr>
        <p:spPr>
          <a:xfrm>
            <a:off x="4389442" y="5773736"/>
            <a:ext cx="3679822" cy="153888"/>
          </a:xfrm>
        </p:spPr>
        <p:txBody>
          <a:bodyPr lIns="0" tIns="0" rIns="0" bIns="0"/>
          <a:lstStyle>
            <a:lvl1pPr marL="0" indent="0">
              <a:lnSpc>
                <a:spcPts val="1200"/>
              </a:lnSpc>
              <a:spcBef>
                <a:spcPts val="900"/>
              </a:spcBef>
              <a:buNone/>
              <a:defRPr sz="1000">
                <a:solidFill>
                  <a:schemeClr val="tx1"/>
                </a:solidFill>
              </a:defRPr>
            </a:lvl1pPr>
            <a:lvl2pPr marL="0" marR="0" indent="0" algn="l" defTabSz="932742" rtl="0" eaLnBrk="1" fontAlgn="auto" latinLnBrk="0" hangingPunct="1">
              <a:lnSpc>
                <a:spcPts val="1200"/>
              </a:lnSpc>
              <a:spcBef>
                <a:spcPts val="450"/>
              </a:spcBef>
              <a:spcAft>
                <a:spcPts val="0"/>
              </a:spcAft>
              <a:buClrTx/>
              <a:buSzPct val="90000"/>
              <a:buFont typeface="Arial" panose="020B0604020202020204" pitchFamily="34" charset="0"/>
              <a:buNone/>
              <a:tabLst/>
              <a:defRPr lang="en-US" sz="1000" kern="1200" spc="0" baseline="0" dirty="0" smtClean="0">
                <a:solidFill>
                  <a:schemeClr val="tx1"/>
                </a:solidFill>
                <a:latin typeface="+mn-lt"/>
                <a:ea typeface="+mn-ea"/>
                <a:cs typeface="+mn-cs"/>
              </a:defRPr>
            </a:lvl2pPr>
            <a:lvl3pPr marL="457200" indent="0">
              <a:buNone/>
              <a:defRPr/>
            </a:lvl3pPr>
            <a:lvl4pPr marL="685800" indent="0">
              <a:buNone/>
              <a:defRPr/>
            </a:lvl4pPr>
            <a:lvl5pPr marL="914400" indent="0">
              <a:buNone/>
              <a:defRPr/>
            </a:lvl5pPr>
          </a:lstStyle>
          <a:p>
            <a:pPr lvl="0"/>
            <a:r>
              <a:rPr lang="en-US" dirty="0"/>
              <a:t>Caption title Segoe </a:t>
            </a:r>
            <a:r>
              <a:rPr lang="en-US" dirty="0" err="1"/>
              <a:t>Semibold</a:t>
            </a:r>
            <a:r>
              <a:rPr lang="en-US" dirty="0"/>
              <a:t> 10/12. </a:t>
            </a:r>
          </a:p>
        </p:txBody>
      </p:sp>
      <p:sp>
        <p:nvSpPr>
          <p:cNvPr id="17" name="Text Placeholder 4"/>
          <p:cNvSpPr>
            <a:spLocks noGrp="1"/>
          </p:cNvSpPr>
          <p:nvPr>
            <p:ph type="body" sz="quarter" idx="18" hasCustomPrompt="1"/>
          </p:nvPr>
        </p:nvSpPr>
        <p:spPr>
          <a:xfrm>
            <a:off x="4389438" y="5931090"/>
            <a:ext cx="3679825" cy="307777"/>
          </a:xfrm>
        </p:spPr>
        <p:txBody>
          <a:bodyPr vert="horz" wrap="square" lIns="0" tIns="0" rIns="0" bIns="0" rtlCol="0">
            <a:spAutoFit/>
          </a:bodyPr>
          <a:lstStyle>
            <a:lvl1pPr>
              <a:tabLst/>
              <a:defRPr lang="en-US" sz="1000" b="0" i="0" dirty="0" smtClean="0">
                <a:solidFill>
                  <a:schemeClr val="tx1"/>
                </a:solidFill>
                <a:latin typeface="+mn-lt"/>
              </a:defRPr>
            </a:lvl1pPr>
          </a:lstStyle>
          <a:p>
            <a:pPr marL="0" lvl="0" indent="0">
              <a:lnSpc>
                <a:spcPts val="1200"/>
              </a:lnSpc>
              <a:spcBef>
                <a:spcPts val="900"/>
              </a:spcBef>
              <a:buFont typeface="Arial" panose="020B0604020202020204" pitchFamily="34" charset="0"/>
              <a:buNone/>
            </a:pPr>
            <a:r>
              <a:rPr lang="en-US" dirty="0"/>
              <a:t>Caption body copy Segoe Regular 10/12. </a:t>
            </a:r>
            <a:r>
              <a:rPr lang="en-US" dirty="0" err="1"/>
              <a:t>Cavorest</a:t>
            </a:r>
            <a:r>
              <a:rPr lang="en-US" dirty="0"/>
              <a:t> a </a:t>
            </a:r>
            <a:r>
              <a:rPr lang="en-US" dirty="0" err="1"/>
              <a:t>aut</a:t>
            </a:r>
            <a:r>
              <a:rPr lang="en-US" dirty="0"/>
              <a:t> arum </a:t>
            </a:r>
            <a:r>
              <a:rPr lang="en-US" dirty="0" err="1"/>
              <a:t>quam</a:t>
            </a:r>
            <a:r>
              <a:rPr lang="en-US" dirty="0"/>
              <a:t> id eat.</a:t>
            </a:r>
          </a:p>
        </p:txBody>
      </p:sp>
      <p:sp>
        <p:nvSpPr>
          <p:cNvPr id="18" name="Text Placeholder 4"/>
          <p:cNvSpPr>
            <a:spLocks noGrp="1"/>
          </p:cNvSpPr>
          <p:nvPr>
            <p:ph type="body" sz="quarter" idx="19" hasCustomPrompt="1"/>
          </p:nvPr>
        </p:nvSpPr>
        <p:spPr>
          <a:xfrm>
            <a:off x="8302626" y="5773736"/>
            <a:ext cx="3702056" cy="153888"/>
          </a:xfrm>
        </p:spPr>
        <p:txBody>
          <a:bodyPr lIns="0" tIns="0" rIns="0" bIns="0"/>
          <a:lstStyle>
            <a:lvl1pPr marL="0" indent="0">
              <a:lnSpc>
                <a:spcPts val="1200"/>
              </a:lnSpc>
              <a:spcBef>
                <a:spcPts val="900"/>
              </a:spcBef>
              <a:buNone/>
              <a:defRPr sz="1000">
                <a:solidFill>
                  <a:schemeClr val="tx1"/>
                </a:solidFill>
              </a:defRPr>
            </a:lvl1pPr>
            <a:lvl2pPr marL="0" marR="0" indent="0" algn="l" defTabSz="932742" rtl="0" eaLnBrk="1" fontAlgn="auto" latinLnBrk="0" hangingPunct="1">
              <a:lnSpc>
                <a:spcPts val="1200"/>
              </a:lnSpc>
              <a:spcBef>
                <a:spcPts val="450"/>
              </a:spcBef>
              <a:spcAft>
                <a:spcPts val="0"/>
              </a:spcAft>
              <a:buClrTx/>
              <a:buSzPct val="90000"/>
              <a:buFont typeface="Arial" panose="020B0604020202020204" pitchFamily="34" charset="0"/>
              <a:buNone/>
              <a:tabLst/>
              <a:defRPr lang="en-US" sz="1000" kern="1200" spc="0" baseline="0" dirty="0" smtClean="0">
                <a:solidFill>
                  <a:schemeClr val="tx1"/>
                </a:solidFill>
                <a:latin typeface="+mn-lt"/>
                <a:ea typeface="+mn-ea"/>
                <a:cs typeface="+mn-cs"/>
              </a:defRPr>
            </a:lvl2pPr>
            <a:lvl3pPr marL="457200" indent="0">
              <a:buNone/>
              <a:defRPr/>
            </a:lvl3pPr>
            <a:lvl4pPr marL="685800" indent="0">
              <a:buNone/>
              <a:defRPr/>
            </a:lvl4pPr>
            <a:lvl5pPr marL="914400" indent="0">
              <a:buNone/>
              <a:defRPr/>
            </a:lvl5pPr>
          </a:lstStyle>
          <a:p>
            <a:pPr lvl="0"/>
            <a:r>
              <a:rPr lang="en-US" dirty="0"/>
              <a:t>Caption title Segoe </a:t>
            </a:r>
            <a:r>
              <a:rPr lang="en-US" dirty="0" err="1"/>
              <a:t>Semibold</a:t>
            </a:r>
            <a:r>
              <a:rPr lang="en-US" dirty="0"/>
              <a:t> 10/12. </a:t>
            </a:r>
          </a:p>
        </p:txBody>
      </p:sp>
      <p:sp>
        <p:nvSpPr>
          <p:cNvPr id="19" name="Text Placeholder 4"/>
          <p:cNvSpPr>
            <a:spLocks noGrp="1"/>
          </p:cNvSpPr>
          <p:nvPr>
            <p:ph type="body" sz="quarter" idx="20" hasCustomPrompt="1"/>
          </p:nvPr>
        </p:nvSpPr>
        <p:spPr>
          <a:xfrm>
            <a:off x="8302625" y="5931090"/>
            <a:ext cx="3702053" cy="307777"/>
          </a:xfrm>
        </p:spPr>
        <p:txBody>
          <a:bodyPr vert="horz" wrap="square" lIns="0" tIns="0" rIns="0" bIns="0" rtlCol="0">
            <a:spAutoFit/>
          </a:bodyPr>
          <a:lstStyle>
            <a:lvl1pPr marL="463550" indent="-463550">
              <a:tabLst/>
              <a:defRPr lang="en-US" sz="1000" b="0" i="0" dirty="0" smtClean="0">
                <a:solidFill>
                  <a:schemeClr val="tx1"/>
                </a:solidFill>
                <a:latin typeface="+mn-lt"/>
              </a:defRPr>
            </a:lvl1pPr>
          </a:lstStyle>
          <a:p>
            <a:pPr marL="0" lvl="0" indent="0">
              <a:lnSpc>
                <a:spcPts val="1200"/>
              </a:lnSpc>
              <a:spcBef>
                <a:spcPts val="900"/>
              </a:spcBef>
              <a:buFont typeface="Arial" panose="020B0604020202020204" pitchFamily="34" charset="0"/>
              <a:buNone/>
            </a:pPr>
            <a:r>
              <a:rPr lang="en-US" dirty="0"/>
              <a:t>Caption body copy Segoe Regular 10/12. </a:t>
            </a:r>
            <a:r>
              <a:rPr lang="en-US" dirty="0" err="1"/>
              <a:t>Cavorest</a:t>
            </a:r>
            <a:r>
              <a:rPr lang="en-US" dirty="0"/>
              <a:t> a </a:t>
            </a:r>
            <a:r>
              <a:rPr lang="en-US" dirty="0" err="1"/>
              <a:t>aut</a:t>
            </a:r>
            <a:r>
              <a:rPr lang="en-US" dirty="0"/>
              <a:t> arum </a:t>
            </a:r>
            <a:r>
              <a:rPr lang="en-US" dirty="0" err="1"/>
              <a:t>quam</a:t>
            </a:r>
            <a:r>
              <a:rPr lang="en-US" dirty="0"/>
              <a:t> id eat.</a:t>
            </a:r>
          </a:p>
        </p:txBody>
      </p:sp>
      <p:sp>
        <p:nvSpPr>
          <p:cNvPr id="20" name="Chart Placeholder 6"/>
          <p:cNvSpPr>
            <a:spLocks noGrp="1"/>
          </p:cNvSpPr>
          <p:nvPr>
            <p:ph type="chart" sz="quarter" idx="22"/>
          </p:nvPr>
        </p:nvSpPr>
        <p:spPr>
          <a:xfrm>
            <a:off x="4389438" y="2168525"/>
            <a:ext cx="3679825" cy="3605213"/>
          </a:xfrm>
        </p:spPr>
        <p:txBody>
          <a:bodyPr anchor="ctr">
            <a:noAutofit/>
          </a:bodyPr>
          <a:lstStyle>
            <a:lvl1pPr marL="0" indent="0" algn="ctr">
              <a:buNone/>
              <a:defRPr sz="2400"/>
            </a:lvl1pPr>
          </a:lstStyle>
          <a:p>
            <a:r>
              <a:rPr lang="en-US"/>
              <a:t>Click icon to add chart</a:t>
            </a:r>
            <a:endParaRPr lang="en-US" dirty="0"/>
          </a:p>
        </p:txBody>
      </p:sp>
      <p:sp>
        <p:nvSpPr>
          <p:cNvPr id="21" name="Chart Placeholder 6"/>
          <p:cNvSpPr>
            <a:spLocks noGrp="1"/>
          </p:cNvSpPr>
          <p:nvPr>
            <p:ph type="chart" sz="quarter" idx="23"/>
          </p:nvPr>
        </p:nvSpPr>
        <p:spPr>
          <a:xfrm>
            <a:off x="8302624" y="2168525"/>
            <a:ext cx="3695701" cy="3605213"/>
          </a:xfrm>
        </p:spPr>
        <p:txBody>
          <a:bodyPr anchor="ctr">
            <a:noAutofit/>
          </a:bodyPr>
          <a:lstStyle>
            <a:lvl1pPr marL="0" indent="0" algn="ctr">
              <a:buNone/>
              <a:defRPr sz="2400"/>
            </a:lvl1pPr>
          </a:lstStyle>
          <a:p>
            <a:r>
              <a:rPr lang="en-US"/>
              <a:t>Click icon to add chart</a:t>
            </a:r>
            <a:endParaRPr lang="en-US" dirty="0"/>
          </a:p>
        </p:txBody>
      </p:sp>
    </p:spTree>
    <p:extLst>
      <p:ext uri="{BB962C8B-B14F-4D97-AF65-F5344CB8AC3E}">
        <p14:creationId xmlns:p14="http://schemas.microsoft.com/office/powerpoint/2010/main" val="3811322961"/>
      </p:ext>
    </p:extLst>
  </p:cSld>
  <p:clrMapOvr>
    <a:masterClrMapping/>
  </p:clrMapOvr>
  <p:transition>
    <p:fade/>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able layou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65138" y="632779"/>
            <a:ext cx="11533187" cy="411162"/>
          </a:xfrm>
        </p:spPr>
        <p:txBody>
          <a:bodyPr wrap="square" lIns="0" tIns="0" rIns="0" bIns="0">
            <a:spAutoFit/>
          </a:bodyPr>
          <a:lstStyle>
            <a:lvl1pPr>
              <a:lnSpc>
                <a:spcPts val="3200"/>
              </a:lnSpc>
              <a:defRPr sz="2800">
                <a:solidFill>
                  <a:srgbClr val="2F2F2F"/>
                </a:solidFill>
              </a:defRPr>
            </a:lvl1pPr>
          </a:lstStyle>
          <a:p>
            <a:r>
              <a:rPr lang="en-US" dirty="0"/>
              <a:t>Table styling</a:t>
            </a:r>
          </a:p>
        </p:txBody>
      </p:sp>
      <p:sp>
        <p:nvSpPr>
          <p:cNvPr id="4" name="Table Placeholder 3"/>
          <p:cNvSpPr>
            <a:spLocks noGrp="1"/>
          </p:cNvSpPr>
          <p:nvPr>
            <p:ph type="tbl" sz="quarter" idx="10"/>
          </p:nvPr>
        </p:nvSpPr>
        <p:spPr>
          <a:xfrm>
            <a:off x="465138" y="2168525"/>
            <a:ext cx="11533187" cy="4371975"/>
          </a:xfrm>
        </p:spPr>
        <p:txBody>
          <a:bodyPr/>
          <a:lstStyle/>
          <a:p>
            <a:r>
              <a:rPr lang="en-US" dirty="0"/>
              <a:t>Click icon to add table</a:t>
            </a:r>
          </a:p>
        </p:txBody>
      </p:sp>
    </p:spTree>
    <p:extLst>
      <p:ext uri="{BB962C8B-B14F-4D97-AF65-F5344CB8AC3E}">
        <p14:creationId xmlns:p14="http://schemas.microsoft.com/office/powerpoint/2010/main" val="1399307191"/>
      </p:ext>
    </p:extLst>
  </p:cSld>
  <p:clrMapOvr>
    <a:masterClrMapping/>
  </p:clrMapOvr>
  <p:transition>
    <p:fade/>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hank you 1">
    <p:bg>
      <p:bgPr>
        <a:solidFill>
          <a:schemeClr val="bg2"/>
        </a:solid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465137" y="1873885"/>
            <a:ext cx="8229599" cy="1828800"/>
          </a:xfrm>
          <a:noFill/>
        </p:spPr>
        <p:txBody>
          <a:bodyPr lIns="0" tIns="0" rIns="0" bIns="0" anchor="t" anchorCtr="0"/>
          <a:lstStyle>
            <a:lvl1pPr>
              <a:lnSpc>
                <a:spcPts val="3000"/>
              </a:lnSpc>
              <a:defRPr sz="2800" spc="-150" baseline="0">
                <a:solidFill>
                  <a:schemeClr val="accent1"/>
                </a:solidFill>
              </a:defRPr>
            </a:lvl1pPr>
          </a:lstStyle>
          <a:p>
            <a:r>
              <a:rPr lang="en-US" dirty="0"/>
              <a:t>Thank you.</a:t>
            </a:r>
          </a:p>
        </p:txBody>
      </p:sp>
      <p:pic>
        <p:nvPicPr>
          <p:cNvPr id="64" name="MS logo gray - EMF"/>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bwMode="black">
          <a:xfrm>
            <a:off x="465139" y="449264"/>
            <a:ext cx="935564" cy="200341"/>
          </a:xfrm>
          <a:prstGeom prst="rect">
            <a:avLst/>
          </a:prstGeom>
        </p:spPr>
      </p:pic>
    </p:spTree>
    <p:extLst>
      <p:ext uri="{BB962C8B-B14F-4D97-AF65-F5344CB8AC3E}">
        <p14:creationId xmlns:p14="http://schemas.microsoft.com/office/powerpoint/2010/main" val="329085521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hank you 2">
    <p:bg>
      <p:bgPr>
        <a:solidFill>
          <a:schemeClr val="tx1"/>
        </a:solidFill>
        <a:effectLst/>
      </p:bgPr>
    </p:bg>
    <p:spTree>
      <p:nvGrpSpPr>
        <p:cNvPr id="1" name=""/>
        <p:cNvGrpSpPr/>
        <p:nvPr/>
      </p:nvGrpSpPr>
      <p:grpSpPr>
        <a:xfrm>
          <a:off x="0" y="0"/>
          <a:ext cx="0" cy="0"/>
          <a:chOff x="0" y="0"/>
          <a:chExt cx="0" cy="0"/>
        </a:xfrm>
      </p:grpSpPr>
      <p:grpSp>
        <p:nvGrpSpPr>
          <p:cNvPr id="4" name="Group 3"/>
          <p:cNvGrpSpPr/>
          <p:nvPr userDrawn="1"/>
        </p:nvGrpSpPr>
        <p:grpSpPr>
          <a:xfrm>
            <a:off x="465139" y="449264"/>
            <a:ext cx="933131" cy="200341"/>
            <a:chOff x="465139" y="449264"/>
            <a:chExt cx="933131" cy="200341"/>
          </a:xfrm>
        </p:grpSpPr>
        <p:pic>
          <p:nvPicPr>
            <p:cNvPr id="5" name="Picture 4"/>
            <p:cNvPicPr>
              <a:picLocks noChangeAspect="1"/>
            </p:cNvPicPr>
            <p:nvPr userDrawn="1"/>
          </p:nvPicPr>
          <p:blipFill rotWithShape="1">
            <a:blip r:embed="rId2" cstate="screen">
              <a:extLst>
                <a:ext uri="{28A0092B-C50C-407E-A947-70E740481C1C}">
                  <a14:useLocalDpi xmlns:a14="http://schemas.microsoft.com/office/drawing/2010/main"/>
                </a:ext>
              </a:extLst>
            </a:blip>
            <a:srcRect l="26716" r="872" b="4064"/>
            <a:stretch/>
          </p:blipFill>
          <p:spPr bwMode="black">
            <a:xfrm>
              <a:off x="721996" y="459092"/>
              <a:ext cx="676274" cy="187779"/>
            </a:xfrm>
            <a:prstGeom prst="rect">
              <a:avLst/>
            </a:prstGeom>
          </p:spPr>
        </p:pic>
        <p:pic>
          <p:nvPicPr>
            <p:cNvPr id="6" name="MS logo gray - EMF"/>
            <p:cNvPicPr>
              <a:picLocks noChangeAspect="1"/>
            </p:cNvPicPr>
            <p:nvPr userDrawn="1"/>
          </p:nvPicPr>
          <p:blipFill rotWithShape="1">
            <a:blip r:embed="rId3" cstate="screen">
              <a:extLst>
                <a:ext uri="{28A0092B-C50C-407E-A947-70E740481C1C}">
                  <a14:useLocalDpi xmlns:a14="http://schemas.microsoft.com/office/drawing/2010/main"/>
                </a:ext>
              </a:extLst>
            </a:blip>
            <a:srcRect r="76414"/>
            <a:stretch/>
          </p:blipFill>
          <p:spPr bwMode="black">
            <a:xfrm>
              <a:off x="465139" y="449264"/>
              <a:ext cx="220661" cy="200341"/>
            </a:xfrm>
            <a:prstGeom prst="rect">
              <a:avLst/>
            </a:prstGeom>
          </p:spPr>
        </p:pic>
      </p:grpSp>
      <p:sp>
        <p:nvSpPr>
          <p:cNvPr id="9" name="Title 1"/>
          <p:cNvSpPr>
            <a:spLocks noGrp="1"/>
          </p:cNvSpPr>
          <p:nvPr>
            <p:ph type="title" hasCustomPrompt="1"/>
          </p:nvPr>
        </p:nvSpPr>
        <p:spPr>
          <a:xfrm>
            <a:off x="465137" y="1873885"/>
            <a:ext cx="8229599" cy="1828800"/>
          </a:xfrm>
          <a:noFill/>
        </p:spPr>
        <p:txBody>
          <a:bodyPr lIns="0" tIns="0" rIns="0" bIns="0" anchor="t" anchorCtr="0"/>
          <a:lstStyle>
            <a:lvl1pPr>
              <a:lnSpc>
                <a:spcPts val="3000"/>
              </a:lnSpc>
              <a:defRPr sz="2800" spc="-150" baseline="0">
                <a:solidFill>
                  <a:schemeClr val="bg2"/>
                </a:solidFill>
              </a:defRPr>
            </a:lvl1pPr>
          </a:lstStyle>
          <a:p>
            <a:r>
              <a:rPr lang="en-US" dirty="0"/>
              <a:t>Thank you.</a:t>
            </a:r>
          </a:p>
        </p:txBody>
      </p:sp>
    </p:spTree>
    <p:extLst>
      <p:ext uri="{BB962C8B-B14F-4D97-AF65-F5344CB8AC3E}">
        <p14:creationId xmlns:p14="http://schemas.microsoft.com/office/powerpoint/2010/main" val="107208281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losing logo slide">
    <p:bg>
      <p:bgRef idx="1001">
        <a:schemeClr val="bg1"/>
      </p:bgRef>
    </p:bg>
    <p:spTree>
      <p:nvGrpSpPr>
        <p:cNvPr id="1" name=""/>
        <p:cNvGrpSpPr/>
        <p:nvPr/>
      </p:nvGrpSpPr>
      <p:grpSpPr>
        <a:xfrm>
          <a:off x="0" y="0"/>
          <a:ext cx="0" cy="0"/>
          <a:chOff x="0" y="0"/>
          <a:chExt cx="0" cy="0"/>
        </a:xfrm>
      </p:grpSpPr>
      <p:sp>
        <p:nvSpPr>
          <p:cNvPr id="2" name="Text Box 3"/>
          <p:cNvSpPr txBox="1">
            <a:spLocks noChangeArrowheads="1"/>
          </p:cNvSpPr>
          <p:nvPr userDrawn="1"/>
        </p:nvSpPr>
        <p:spPr bwMode="blackWhite">
          <a:xfrm>
            <a:off x="274639" y="6220609"/>
            <a:ext cx="4572000" cy="477054"/>
          </a:xfrm>
          <a:prstGeom prst="rect">
            <a:avLst/>
          </a:prstGeom>
          <a:noFill/>
          <a:ln w="12700">
            <a:noFill/>
            <a:miter lim="800000"/>
            <a:headEnd type="none" w="sm" len="sm"/>
            <a:tailEnd type="none" w="sm" len="sm"/>
          </a:ln>
          <a:effectLst/>
        </p:spPr>
        <p:txBody>
          <a:bodyPr vert="horz" wrap="square" lIns="182880" tIns="182880" rIns="182880" bIns="182880" numCol="1" anchor="t" anchorCtr="0" compatLnSpc="1">
            <a:prstTxWarp prst="textNoShape">
              <a:avLst/>
            </a:prstTxWarp>
            <a:spAutoFit/>
          </a:bodyPr>
          <a:lstStyle/>
          <a:p>
            <a:pPr defTabSz="932290" eaLnBrk="0" hangingPunct="0"/>
            <a:r>
              <a:rPr lang="en-US" sz="700" dirty="0">
                <a:gradFill>
                  <a:gsLst>
                    <a:gs pos="0">
                      <a:schemeClr val="tx1"/>
                    </a:gs>
                    <a:gs pos="100000">
                      <a:schemeClr val="tx1"/>
                    </a:gs>
                  </a:gsLst>
                  <a:lin ang="5400000" scaled="0"/>
                </a:gradFill>
                <a:cs typeface="Segoe UI" pitchFamily="34" charset="0"/>
              </a:rPr>
              <a:t>© Copyright Microsoft Corporation. All rights reserved. </a:t>
            </a:r>
          </a:p>
        </p:txBody>
      </p:sp>
      <p:pic>
        <p:nvPicPr>
          <p:cNvPr id="8" name="Picture 7"/>
          <p:cNvPicPr>
            <a:picLocks noChangeAspect="1"/>
          </p:cNvPicPr>
          <p:nvPr userDrawn="1"/>
        </p:nvPicPr>
        <p:blipFill>
          <a:blip r:embed="rId2"/>
          <a:stretch>
            <a:fillRect/>
          </a:stretch>
        </p:blipFill>
        <p:spPr bwMode="black">
          <a:xfrm>
            <a:off x="457200" y="479425"/>
            <a:ext cx="1483418" cy="310896"/>
          </a:xfrm>
          <a:prstGeom prst="rect">
            <a:avLst/>
          </a:prstGeom>
        </p:spPr>
      </p:pic>
    </p:spTree>
    <p:extLst>
      <p:ext uri="{BB962C8B-B14F-4D97-AF65-F5344CB8AC3E}">
        <p14:creationId xmlns:p14="http://schemas.microsoft.com/office/powerpoint/2010/main" val="925069136"/>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Developer Code Layou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64400" y="633600"/>
            <a:ext cx="11575200" cy="410369"/>
          </a:xfrm>
        </p:spPr>
        <p:txBody>
          <a:bodyPr vert="horz" wrap="square" lIns="0" tIns="0" rIns="0" bIns="0" rtlCol="0" anchor="t">
            <a:spAutoFit/>
          </a:bodyPr>
          <a:lstStyle>
            <a:lvl1pPr>
              <a:defRPr lang="en-US" sz="2800" dirty="0">
                <a:solidFill>
                  <a:srgbClr val="2F2F2F"/>
                </a:solidFill>
              </a:defRPr>
            </a:lvl1pPr>
          </a:lstStyle>
          <a:p>
            <a:pPr lvl="0">
              <a:lnSpc>
                <a:spcPts val="3200"/>
              </a:lnSpc>
            </a:pPr>
            <a:r>
              <a:rPr lang="en-US" dirty="0"/>
              <a:t>Slide for Developer Code</a:t>
            </a:r>
          </a:p>
        </p:txBody>
      </p:sp>
      <p:sp>
        <p:nvSpPr>
          <p:cNvPr id="3" name="Rectangle 2"/>
          <p:cNvSpPr/>
          <p:nvPr userDrawn="1"/>
        </p:nvSpPr>
        <p:spPr bwMode="hidden">
          <a:xfrm>
            <a:off x="1" y="1178952"/>
            <a:ext cx="12436475" cy="5815573"/>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6630" tIns="46630" rIns="46630" bIns="46630" numCol="1" spcCol="0" rtlCol="0" fromWordArt="0" anchor="ctr" anchorCtr="0" forceAA="0" compatLnSpc="1">
            <a:prstTxWarp prst="textNoShape">
              <a:avLst/>
            </a:prstTxWarp>
            <a:noAutofit/>
          </a:bodyPr>
          <a:lstStyle/>
          <a:p>
            <a:pPr algn="ctr" defTabSz="932290" fontAlgn="base">
              <a:spcBef>
                <a:spcPct val="0"/>
              </a:spcBef>
              <a:spcAft>
                <a:spcPct val="0"/>
              </a:spcAft>
            </a:pPr>
            <a:endParaRPr lang="en-US" sz="1836" dirty="0" err="1">
              <a:gradFill>
                <a:gsLst>
                  <a:gs pos="0">
                    <a:srgbClr val="FFFFFF"/>
                  </a:gs>
                  <a:gs pos="100000">
                    <a:srgbClr val="FFFFFF"/>
                  </a:gs>
                </a:gsLst>
                <a:lin ang="5400000" scaled="0"/>
              </a:gradFill>
              <a:ea typeface="Segoe UI" pitchFamily="34" charset="0"/>
              <a:cs typeface="Segoe UI" pitchFamily="34" charset="0"/>
            </a:endParaRPr>
          </a:p>
        </p:txBody>
      </p:sp>
      <p:sp>
        <p:nvSpPr>
          <p:cNvPr id="5" name="Text Placeholder 4"/>
          <p:cNvSpPr>
            <a:spLocks noGrp="1"/>
          </p:cNvSpPr>
          <p:nvPr>
            <p:ph type="body" sz="quarter" idx="10"/>
          </p:nvPr>
        </p:nvSpPr>
        <p:spPr>
          <a:xfrm>
            <a:off x="464400" y="1178952"/>
            <a:ext cx="11575200" cy="2658444"/>
          </a:xfrm>
        </p:spPr>
        <p:txBody>
          <a:bodyPr/>
          <a:lstStyle>
            <a:lvl1pPr marL="0" indent="0">
              <a:lnSpc>
                <a:spcPct val="95000"/>
              </a:lnSpc>
              <a:buNone/>
              <a:defRPr sz="3264">
                <a:gradFill>
                  <a:gsLst>
                    <a:gs pos="1250">
                      <a:srgbClr val="000000"/>
                    </a:gs>
                    <a:gs pos="100000">
                      <a:srgbClr val="000000"/>
                    </a:gs>
                  </a:gsLst>
                  <a:lin ang="5400000" scaled="0"/>
                </a:gradFill>
                <a:latin typeface="Consolas" pitchFamily="49" charset="0"/>
                <a:cs typeface="Consolas" pitchFamily="49" charset="0"/>
              </a:defRPr>
            </a:lvl1pPr>
            <a:lvl2pPr marL="346486" indent="0">
              <a:lnSpc>
                <a:spcPct val="95000"/>
              </a:lnSpc>
              <a:buNone/>
              <a:defRPr>
                <a:gradFill>
                  <a:gsLst>
                    <a:gs pos="1250">
                      <a:srgbClr val="000000"/>
                    </a:gs>
                    <a:gs pos="100000">
                      <a:srgbClr val="000000"/>
                    </a:gs>
                  </a:gsLst>
                  <a:lin ang="5400000" scaled="0"/>
                </a:gradFill>
                <a:latin typeface="Consolas" pitchFamily="49" charset="0"/>
                <a:cs typeface="Consolas" pitchFamily="49" charset="0"/>
              </a:defRPr>
            </a:lvl2pPr>
            <a:lvl3pPr marL="584492" indent="0">
              <a:lnSpc>
                <a:spcPct val="95000"/>
              </a:lnSpc>
              <a:buNone/>
              <a:defRPr>
                <a:gradFill>
                  <a:gsLst>
                    <a:gs pos="1250">
                      <a:srgbClr val="000000"/>
                    </a:gs>
                    <a:gs pos="100000">
                      <a:srgbClr val="000000"/>
                    </a:gs>
                  </a:gsLst>
                  <a:lin ang="5400000" scaled="0"/>
                </a:gradFill>
                <a:latin typeface="Consolas" pitchFamily="49" charset="0"/>
                <a:cs typeface="Consolas" pitchFamily="49" charset="0"/>
              </a:defRPr>
            </a:lvl3pPr>
            <a:lvl4pPr marL="814403" indent="0">
              <a:lnSpc>
                <a:spcPct val="95000"/>
              </a:lnSpc>
              <a:buNone/>
              <a:defRPr>
                <a:gradFill>
                  <a:gsLst>
                    <a:gs pos="1250">
                      <a:srgbClr val="000000"/>
                    </a:gs>
                    <a:gs pos="100000">
                      <a:srgbClr val="000000"/>
                    </a:gs>
                  </a:gsLst>
                  <a:lin ang="5400000" scaled="0"/>
                </a:gradFill>
                <a:latin typeface="Consolas" pitchFamily="49" charset="0"/>
                <a:cs typeface="Consolas" pitchFamily="49" charset="0"/>
              </a:defRPr>
            </a:lvl4pPr>
            <a:lvl5pPr marL="1050791" indent="0">
              <a:lnSpc>
                <a:spcPct val="95000"/>
              </a:lnSpc>
              <a:buNone/>
              <a:defRPr>
                <a:gradFill>
                  <a:gsLst>
                    <a:gs pos="1250">
                      <a:srgbClr val="000000"/>
                    </a:gs>
                    <a:gs pos="100000">
                      <a:srgbClr val="000000"/>
                    </a:gs>
                  </a:gsLst>
                  <a:lin ang="5400000" scaled="0"/>
                </a:gradFill>
                <a:latin typeface="Consolas" pitchFamily="49" charset="0"/>
                <a:cs typeface="Consolas" pitchFamily="49"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517332202"/>
      </p:ext>
    </p:extLst>
  </p:cSld>
  <p:clrMapOvr>
    <a:masterClrMapping/>
  </p:clrMapOvr>
  <p:transition>
    <p:fade/>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Title &amp; 2-color Non-bulleted text">
    <p:spTree>
      <p:nvGrpSpPr>
        <p:cNvPr id="1" name=""/>
        <p:cNvGrpSpPr/>
        <p:nvPr/>
      </p:nvGrpSpPr>
      <p:grpSpPr>
        <a:xfrm>
          <a:off x="0" y="0"/>
          <a:ext cx="0" cy="0"/>
          <a:chOff x="0" y="0"/>
          <a:chExt cx="0" cy="0"/>
        </a:xfrm>
      </p:grpSpPr>
      <p:sp>
        <p:nvSpPr>
          <p:cNvPr id="2" name="Title 1"/>
          <p:cNvSpPr>
            <a:spLocks noGrp="1"/>
          </p:cNvSpPr>
          <p:nvPr>
            <p:ph type="title"/>
          </p:nvPr>
        </p:nvSpPr>
        <p:spPr>
          <a:xfrm>
            <a:off x="464400" y="633600"/>
            <a:ext cx="11574000" cy="410369"/>
          </a:xfrm>
        </p:spPr>
        <p:txBody>
          <a:bodyPr vert="horz" wrap="square" lIns="0" tIns="0" rIns="0" bIns="0" rtlCol="0" anchor="t">
            <a:spAutoFit/>
          </a:bodyPr>
          <a:lstStyle>
            <a:lvl1pPr>
              <a:defRPr lang="en-US" sz="2800" dirty="0">
                <a:solidFill>
                  <a:srgbClr val="2F2F2F"/>
                </a:solidFill>
              </a:defRPr>
            </a:lvl1pPr>
          </a:lstStyle>
          <a:p>
            <a:pPr lvl="0">
              <a:lnSpc>
                <a:spcPts val="3200"/>
              </a:lnSpc>
            </a:pPr>
            <a:r>
              <a:rPr lang="en-US" dirty="0"/>
              <a:t>Click to edit Master title style</a:t>
            </a:r>
          </a:p>
        </p:txBody>
      </p:sp>
      <p:sp>
        <p:nvSpPr>
          <p:cNvPr id="6" name="Text Placeholder 5"/>
          <p:cNvSpPr>
            <a:spLocks noGrp="1"/>
          </p:cNvSpPr>
          <p:nvPr>
            <p:ph type="body" sz="quarter" idx="10"/>
          </p:nvPr>
        </p:nvSpPr>
        <p:spPr>
          <a:xfrm>
            <a:off x="464400" y="1212850"/>
            <a:ext cx="11574000" cy="1346522"/>
          </a:xfrm>
        </p:spPr>
        <p:txBody>
          <a:bodyPr/>
          <a:lstStyle>
            <a:lvl1pPr marL="0" indent="0">
              <a:buNone/>
              <a:defRPr sz="2400">
                <a:solidFill>
                  <a:schemeClr val="tx2"/>
                </a:solidFill>
              </a:defRPr>
            </a:lvl1pPr>
            <a:lvl2pPr marL="0" indent="0">
              <a:buFontTx/>
              <a:buNone/>
              <a:defRPr sz="1400"/>
            </a:lvl2pPr>
            <a:lvl3pPr marL="228600" indent="0">
              <a:buNone/>
              <a:defRPr sz="1200"/>
            </a:lvl3pPr>
            <a:lvl4pPr marL="457200" indent="0">
              <a:buNone/>
              <a:defRPr sz="1100"/>
            </a:lvl4pPr>
            <a:lvl5pPr marL="685800" indent="0">
              <a:buNone/>
              <a:defRPr sz="105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845859015"/>
      </p:ext>
    </p:extLst>
  </p:cSld>
  <p:clrMapOvr>
    <a:masterClrMapping/>
  </p:clrMapOvr>
  <p:transition>
    <p:fad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64400" y="1212850"/>
            <a:ext cx="11574000" cy="1566583"/>
          </a:xfrm>
        </p:spPr>
        <p:txBody>
          <a:bodyPr>
            <a:spAutoFit/>
          </a:bodyPr>
          <a:lstStyle>
            <a:lvl1pPr>
              <a:defRPr sz="2400"/>
            </a:lvl1pPr>
            <a:lvl2pPr>
              <a:defRPr sz="1800"/>
            </a:lvl2pPr>
            <a:lvl3pPr>
              <a:defRPr sz="1600"/>
            </a:lvl3pPr>
            <a:lvl4pPr>
              <a:defRPr sz="1400"/>
            </a:lvl4pPr>
            <a:lvl5pPr>
              <a:defRPr sz="14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itle 5"/>
          <p:cNvSpPr>
            <a:spLocks noGrp="1"/>
          </p:cNvSpPr>
          <p:nvPr>
            <p:ph type="title"/>
          </p:nvPr>
        </p:nvSpPr>
        <p:spPr>
          <a:xfrm>
            <a:off x="464400" y="633600"/>
            <a:ext cx="11574000" cy="410369"/>
          </a:xfrm>
        </p:spPr>
        <p:txBody>
          <a:bodyPr vert="horz" wrap="square" lIns="0" tIns="0" rIns="0" bIns="0" rtlCol="0" anchor="t">
            <a:spAutoFit/>
          </a:bodyPr>
          <a:lstStyle>
            <a:lvl1pPr>
              <a:defRPr lang="en-US" sz="2800">
                <a:solidFill>
                  <a:srgbClr val="2F2F2F"/>
                </a:solidFill>
              </a:defRPr>
            </a:lvl1pPr>
          </a:lstStyle>
          <a:p>
            <a:pPr lvl="0">
              <a:lnSpc>
                <a:spcPts val="3200"/>
              </a:lnSpc>
            </a:pPr>
            <a:r>
              <a:rPr lang="en-US" dirty="0"/>
              <a:t>Click to edit Master title style</a:t>
            </a:r>
          </a:p>
        </p:txBody>
      </p:sp>
    </p:spTree>
    <p:extLst>
      <p:ext uri="{BB962C8B-B14F-4D97-AF65-F5344CB8AC3E}">
        <p14:creationId xmlns:p14="http://schemas.microsoft.com/office/powerpoint/2010/main" val="2439250095"/>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image" Target="../media/image1.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74639" y="295274"/>
            <a:ext cx="11889564" cy="917575"/>
          </a:xfrm>
          <a:prstGeom prst="rect">
            <a:avLst/>
          </a:prstGeom>
        </p:spPr>
        <p:txBody>
          <a:bodyPr vert="horz" wrap="square" lIns="146304" tIns="91440" rIns="146304" bIns="91440" rtlCol="0" anchor="t">
            <a:noAutofit/>
          </a:bodyPr>
          <a:lstStyle/>
          <a:p>
            <a:r>
              <a:rPr lang="en-US"/>
              <a:t>Click to edit Master title style</a:t>
            </a:r>
            <a:endParaRPr lang="en-US" dirty="0"/>
          </a:p>
        </p:txBody>
      </p:sp>
      <p:sp>
        <p:nvSpPr>
          <p:cNvPr id="4" name="Text Placeholder 3"/>
          <p:cNvSpPr>
            <a:spLocks noGrp="1"/>
          </p:cNvSpPr>
          <p:nvPr>
            <p:ph type="body" idx="1"/>
          </p:nvPr>
        </p:nvSpPr>
        <p:spPr>
          <a:xfrm>
            <a:off x="274640" y="1212851"/>
            <a:ext cx="11887198" cy="2308324"/>
          </a:xfrm>
          <a:prstGeom prst="rect">
            <a:avLst/>
          </a:prstGeom>
        </p:spPr>
        <p:txBody>
          <a:bodyPr vert="horz" wrap="square" lIns="146304" tIns="91440" rIns="146304" bIns="91440" rtlCol="0">
            <a:sp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5" name="Picture 4"/>
          <p:cNvPicPr>
            <a:picLocks noChangeAspect="1"/>
          </p:cNvPicPr>
          <p:nvPr userDrawn="1"/>
        </p:nvPicPr>
        <p:blipFill>
          <a:blip r:embed="rId30" cstate="screen">
            <a:extLst>
              <a:ext uri="{28A0092B-C50C-407E-A947-70E740481C1C}">
                <a14:useLocalDpi xmlns:a14="http://schemas.microsoft.com/office/drawing/2010/main"/>
              </a:ext>
            </a:extLst>
          </a:blip>
          <a:stretch>
            <a:fillRect/>
          </a:stretch>
        </p:blipFill>
        <p:spPr>
          <a:xfrm rot="5400000">
            <a:off x="9363858" y="3071982"/>
            <a:ext cx="6995160" cy="849926"/>
          </a:xfrm>
          <a:prstGeom prst="rect">
            <a:avLst/>
          </a:prstGeom>
        </p:spPr>
      </p:pic>
    </p:spTree>
    <p:extLst>
      <p:ext uri="{BB962C8B-B14F-4D97-AF65-F5344CB8AC3E}">
        <p14:creationId xmlns:p14="http://schemas.microsoft.com/office/powerpoint/2010/main" val="3588427678"/>
      </p:ext>
    </p:extLst>
  </p:cSld>
  <p:clrMap bg1="lt1" tx1="dk1" bg2="lt2" tx2="dk2" accent1="accent1" accent2="accent2" accent3="accent3" accent4="accent4" accent5="accent5" accent6="accent6" hlink="hlink" folHlink="folHlink"/>
  <p:sldLayoutIdLst>
    <p:sldLayoutId id="2147484524" r:id="rId1"/>
    <p:sldLayoutId id="2147484525" r:id="rId2"/>
    <p:sldLayoutId id="2147484526" r:id="rId3"/>
    <p:sldLayoutId id="2147484240" r:id="rId4"/>
    <p:sldLayoutId id="2147484529" r:id="rId5"/>
    <p:sldLayoutId id="2147484530" r:id="rId6"/>
    <p:sldLayoutId id="2147484531" r:id="rId7"/>
    <p:sldLayoutId id="2147484532" r:id="rId8"/>
    <p:sldLayoutId id="2147484533" r:id="rId9"/>
    <p:sldLayoutId id="2147484535" r:id="rId10"/>
    <p:sldLayoutId id="2147484251" r:id="rId11"/>
    <p:sldLayoutId id="2147484548" r:id="rId12"/>
    <p:sldLayoutId id="2147484536" r:id="rId13"/>
    <p:sldLayoutId id="2147484264" r:id="rId14"/>
    <p:sldLayoutId id="2147484537" r:id="rId15"/>
    <p:sldLayoutId id="2147484538" r:id="rId16"/>
    <p:sldLayoutId id="2147484539" r:id="rId17"/>
    <p:sldLayoutId id="2147484540" r:id="rId18"/>
    <p:sldLayoutId id="2147484541" r:id="rId19"/>
    <p:sldLayoutId id="2147484542" r:id="rId20"/>
    <p:sldLayoutId id="2147484543" r:id="rId21"/>
    <p:sldLayoutId id="2147484544" r:id="rId22"/>
    <p:sldLayoutId id="2147484545" r:id="rId23"/>
    <p:sldLayoutId id="2147484546" r:id="rId24"/>
    <p:sldLayoutId id="2147484299" r:id="rId25"/>
    <p:sldLayoutId id="2147484552" r:id="rId26"/>
    <p:sldLayoutId id="2147484556" r:id="rId27"/>
    <p:sldLayoutId id="2147484559" r:id="rId28"/>
  </p:sldLayoutIdLst>
  <p:transition>
    <p:fade/>
  </p:transition>
  <p:txStyles>
    <p:titleStyle>
      <a:lvl1pPr algn="l" defTabSz="932742" rtl="0" eaLnBrk="1" latinLnBrk="0" hangingPunct="1">
        <a:lnSpc>
          <a:spcPct val="90000"/>
        </a:lnSpc>
        <a:spcBef>
          <a:spcPct val="0"/>
        </a:spcBef>
        <a:buNone/>
        <a:defRPr lang="en-US" sz="4800" b="0" kern="1200" cap="none" spc="-150"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p:titleStyle>
    <p:bodyStyle>
      <a:lvl1pPr marL="2286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3600" kern="1200" spc="0" baseline="0">
          <a:gradFill>
            <a:gsLst>
              <a:gs pos="1250">
                <a:schemeClr val="tx1"/>
              </a:gs>
              <a:gs pos="100000">
                <a:schemeClr val="tx1"/>
              </a:gs>
            </a:gsLst>
            <a:lin ang="5400000" scaled="0"/>
          </a:gradFill>
          <a:latin typeface="+mj-lt"/>
          <a:ea typeface="+mn-ea"/>
          <a:cs typeface="+mn-cs"/>
        </a:defRPr>
      </a:lvl1pPr>
      <a:lvl2pPr marL="4572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mn-lt"/>
          <a:ea typeface="+mn-ea"/>
          <a:cs typeface="+mn-cs"/>
        </a:defRPr>
      </a:lvl2pPr>
      <a:lvl3pPr marL="6858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400" kern="1200" spc="0" baseline="0">
          <a:gradFill>
            <a:gsLst>
              <a:gs pos="1250">
                <a:schemeClr val="tx1"/>
              </a:gs>
              <a:gs pos="100000">
                <a:schemeClr val="tx1"/>
              </a:gs>
            </a:gsLst>
            <a:lin ang="5400000" scaled="0"/>
          </a:gradFill>
          <a:latin typeface="+mn-lt"/>
          <a:ea typeface="+mn-ea"/>
          <a:cs typeface="+mn-cs"/>
        </a:defRPr>
      </a:lvl3pPr>
      <a:lvl4pPr marL="9144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200" kern="1200" spc="0" baseline="0">
          <a:gradFill>
            <a:gsLst>
              <a:gs pos="1250">
                <a:schemeClr val="tx1"/>
              </a:gs>
              <a:gs pos="100000">
                <a:schemeClr val="tx1"/>
              </a:gs>
            </a:gsLst>
            <a:lin ang="5400000" scaled="0"/>
          </a:gradFill>
          <a:latin typeface="+mn-lt"/>
          <a:ea typeface="+mn-ea"/>
          <a:cs typeface="+mn-cs"/>
        </a:defRPr>
      </a:lvl4pPr>
      <a:lvl5pPr marL="11430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2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1381" userDrawn="1">
          <p15:clr>
            <a:srgbClr val="C35EA4"/>
          </p15:clr>
        </p15:guide>
        <p15:guide id="4" pos="1528" userDrawn="1">
          <p15:clr>
            <a:srgbClr val="C35EA4"/>
          </p15:clr>
        </p15:guide>
        <p15:guide id="5" pos="2618" userDrawn="1">
          <p15:clr>
            <a:srgbClr val="C35EA4"/>
          </p15:clr>
        </p15:guide>
        <p15:guide id="6" pos="2765" userDrawn="1">
          <p15:clr>
            <a:srgbClr val="C35EA4"/>
          </p15:clr>
        </p15:guide>
        <p15:guide id="7" pos="3854" userDrawn="1">
          <p15:clr>
            <a:srgbClr val="C35EA4"/>
          </p15:clr>
        </p15:guide>
        <p15:guide id="8" pos="4003" userDrawn="1">
          <p15:clr>
            <a:srgbClr val="C35EA4"/>
          </p15:clr>
        </p15:guide>
        <p15:guide id="9" pos="5083" userDrawn="1">
          <p15:clr>
            <a:srgbClr val="C35EA4"/>
          </p15:clr>
        </p15:guide>
        <p15:guide id="10" pos="5230" userDrawn="1">
          <p15:clr>
            <a:srgbClr val="C35EA4"/>
          </p15:clr>
        </p15:guide>
        <p15:guide id="11" pos="6323" userDrawn="1">
          <p15:clr>
            <a:srgbClr val="C35EA4"/>
          </p15:clr>
        </p15:guide>
        <p15:guide id="12" pos="6469" userDrawn="1">
          <p15:clr>
            <a:srgbClr val="C35EA4"/>
          </p15:clr>
        </p15:guide>
        <p15:guide id="16" pos="293" userDrawn="1">
          <p15:clr>
            <a:srgbClr val="F26B43"/>
          </p15:clr>
        </p15:guide>
        <p15:guide id="17" pos="7558" userDrawn="1">
          <p15:clr>
            <a:srgbClr val="F26B43"/>
          </p15:clr>
        </p15:guide>
        <p15:guide id="18" orient="horz" pos="751" userDrawn="1">
          <p15:clr>
            <a:srgbClr val="5ACBF0"/>
          </p15:clr>
        </p15:guide>
        <p15:guide id="19" orient="horz" pos="1366" userDrawn="1">
          <p15:clr>
            <a:srgbClr val="5ACBF0"/>
          </p15:clr>
        </p15:guide>
        <p15:guide id="20" orient="horz" pos="605" userDrawn="1">
          <p15:clr>
            <a:srgbClr val="5ACBF0"/>
          </p15:clr>
        </p15:guide>
        <p15:guide id="21" orient="horz" pos="1514" userDrawn="1">
          <p15:clr>
            <a:srgbClr val="5ACBF0"/>
          </p15:clr>
        </p15:guide>
        <p15:guide id="22" orient="horz" pos="2130" userDrawn="1">
          <p15:clr>
            <a:srgbClr val="5ACBF0"/>
          </p15:clr>
        </p15:guide>
        <p15:guide id="23" orient="horz" pos="2275" userDrawn="1">
          <p15:clr>
            <a:srgbClr val="5ACBF0"/>
          </p15:clr>
        </p15:guide>
        <p15:guide id="25" orient="horz" pos="283" userDrawn="1">
          <p15:clr>
            <a:srgbClr val="F26B43"/>
          </p15:clr>
        </p15:guide>
        <p15:guide id="26" orient="horz" pos="4120" userDrawn="1">
          <p15:clr>
            <a:srgbClr val="F26B43"/>
          </p15:clr>
        </p15:guide>
        <p15:guide id="27" orient="horz" pos="2891" userDrawn="1">
          <p15:clr>
            <a:srgbClr val="5ACBF0"/>
          </p15:clr>
        </p15:guide>
        <p15:guide id="28" orient="horz" pos="3038" userDrawn="1">
          <p15:clr>
            <a:srgbClr val="5ACBF0"/>
          </p15:clr>
        </p15:guide>
        <p15:guide id="29" orient="horz" pos="3654" userDrawn="1">
          <p15:clr>
            <a:srgbClr val="5ACBF0"/>
          </p15:clr>
        </p15:guide>
        <p15:guide id="30" orient="horz" pos="3800" userDrawn="1">
          <p15:clr>
            <a:srgbClr val="5ACBF0"/>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xml"/><Relationship Id="rId1" Type="http://schemas.openxmlformats.org/officeDocument/2006/relationships/slideLayout" Target="../slideLayouts/slideLayout28.xml"/></Relationships>
</file>

<file path=ppt/slides/_rels/slide4.xml.rels><?xml version="1.0" encoding="UTF-8" standalone="yes"?>
<Relationships xmlns="http://schemas.openxmlformats.org/package/2006/relationships"><Relationship Id="rId3" Type="http://schemas.openxmlformats.org/officeDocument/2006/relationships/hyperlink" Target="https://localhost/" TargetMode="External"/><Relationship Id="rId2" Type="http://schemas.openxmlformats.org/officeDocument/2006/relationships/notesSlide" Target="../notesSlides/notesSlide4.xml"/><Relationship Id="rId1" Type="http://schemas.openxmlformats.org/officeDocument/2006/relationships/slideLayout" Target="../slideLayouts/slideLayout28.xml"/><Relationship Id="rId4" Type="http://schemas.openxmlformats.org/officeDocument/2006/relationships/hyperlink" Target="https://your-sharepoint-site/_layouts/workbench.aspx" TargetMode="Externa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8.xml"/></Relationships>
</file>

<file path=ppt/slides/_rels/slide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6.xml"/><Relationship Id="rId1" Type="http://schemas.openxmlformats.org/officeDocument/2006/relationships/slideLayout" Target="../slideLayouts/slideLayout28.xml"/><Relationship Id="rId5" Type="http://schemas.openxmlformats.org/officeDocument/2006/relationships/image" Target="../media/image18.png"/><Relationship Id="rId4" Type="http://schemas.openxmlformats.org/officeDocument/2006/relationships/image" Target="../media/image17.png"/></Relationships>
</file>

<file path=ppt/slides/_rels/slide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7.xml"/><Relationship Id="rId1" Type="http://schemas.openxmlformats.org/officeDocument/2006/relationships/slideLayout" Target="../slideLayouts/slideLayout10.xml"/><Relationship Id="rId5" Type="http://schemas.openxmlformats.org/officeDocument/2006/relationships/image" Target="../media/image21.png"/><Relationship Id="rId4" Type="http://schemas.openxmlformats.org/officeDocument/2006/relationships/image" Target="../media/image20.png"/></Relationships>
</file>

<file path=ppt/slides/_rels/slide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8.xml"/><Relationship Id="rId1" Type="http://schemas.openxmlformats.org/officeDocument/2006/relationships/slideLayout" Target="../slideLayouts/slideLayout10.xml"/><Relationship Id="rId5" Type="http://schemas.openxmlformats.org/officeDocument/2006/relationships/image" Target="../media/image24.png"/><Relationship Id="rId4" Type="http://schemas.openxmlformats.org/officeDocument/2006/relationships/image" Target="../media/image23.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3" Type="http://schemas.openxmlformats.org/officeDocument/2006/relationships/hyperlink" Target="https://learn.microsoft.com/sharepoint/dev/spfx/debug-in-vscode" TargetMode="External"/><Relationship Id="rId2" Type="http://schemas.openxmlformats.org/officeDocument/2006/relationships/notesSlide" Target="../notesSlides/notesSlide10.xml"/><Relationship Id="rId1" Type="http://schemas.openxmlformats.org/officeDocument/2006/relationships/slideLayout" Target="../slideLayouts/slideLayout5.xml"/><Relationship Id="rId5" Type="http://schemas.openxmlformats.org/officeDocument/2006/relationships/hyperlink" Target="https://learn.microsoft.com/sharepoint/dev/spfx/use-developer-dashboard" TargetMode="External"/><Relationship Id="rId4" Type="http://schemas.openxmlformats.org/officeDocument/2006/relationships/hyperlink" Target="https://learn.microsoft.com/sharepoint/dev/spfx/debug-modern-pages" TargetMode="Externa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b="1" dirty="0"/>
              <a:t>Developing with the SharePoint Framework: Web Parts</a:t>
            </a:r>
            <a:endParaRPr lang="en-US" dirty="0"/>
          </a:p>
        </p:txBody>
      </p:sp>
      <p:sp>
        <p:nvSpPr>
          <p:cNvPr id="5" name="Text Placeholder 4"/>
          <p:cNvSpPr>
            <a:spLocks noGrp="1"/>
          </p:cNvSpPr>
          <p:nvPr>
            <p:ph type="body" sz="quarter" idx="12"/>
          </p:nvPr>
        </p:nvSpPr>
        <p:spPr/>
        <p:txBody>
          <a:bodyPr/>
          <a:lstStyle/>
          <a:p>
            <a:r>
              <a:rPr lang="en-US" dirty="0"/>
              <a:t>Testing the Web Part in the SharePoint-hosted Workbench</a:t>
            </a:r>
          </a:p>
        </p:txBody>
      </p:sp>
    </p:spTree>
    <p:extLst>
      <p:ext uri="{BB962C8B-B14F-4D97-AF65-F5344CB8AC3E}">
        <p14:creationId xmlns:p14="http://schemas.microsoft.com/office/powerpoint/2010/main" val="6997191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person standing in a room&#10;&#10;Description generated with very high confidence">
            <a:extLst>
              <a:ext uri="{FF2B5EF4-FFF2-40B4-BE49-F238E27FC236}">
                <a16:creationId xmlns:a16="http://schemas.microsoft.com/office/drawing/2014/main" id="{297CE05B-2BFB-9245-A0F0-B1C807F7EAA6}"/>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942064" y="0"/>
            <a:ext cx="10494411" cy="6994525"/>
          </a:xfrm>
          <a:prstGeom prst="rect">
            <a:avLst/>
          </a:prstGeom>
        </p:spPr>
      </p:pic>
      <p:sp>
        <p:nvSpPr>
          <p:cNvPr id="7" name="Rectangle 6">
            <a:extLst>
              <a:ext uri="{FF2B5EF4-FFF2-40B4-BE49-F238E27FC236}">
                <a16:creationId xmlns:a16="http://schemas.microsoft.com/office/drawing/2014/main" id="{9A852F9E-D476-2648-BBF6-16FE76BAE418}"/>
              </a:ext>
            </a:extLst>
          </p:cNvPr>
          <p:cNvSpPr/>
          <p:nvPr/>
        </p:nvSpPr>
        <p:spPr bwMode="auto">
          <a:xfrm>
            <a:off x="0" y="0"/>
            <a:ext cx="10048876" cy="6994525"/>
          </a:xfrm>
          <a:prstGeom prst="rect">
            <a:avLst/>
          </a:prstGeom>
          <a:gradFill flip="none" rotWithShape="1">
            <a:gsLst>
              <a:gs pos="0">
                <a:schemeClr val="accent1">
                  <a:lumMod val="5000"/>
                  <a:lumOff val="95000"/>
                  <a:alpha val="0"/>
                </a:schemeClr>
              </a:gs>
              <a:gs pos="59000">
                <a:schemeClr val="bg1"/>
              </a:gs>
              <a:gs pos="100000">
                <a:schemeClr val="bg1"/>
              </a:gs>
            </a:gsLst>
            <a:lin ang="10800000" scaled="0"/>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4" name="Title 3"/>
          <p:cNvSpPr>
            <a:spLocks noGrp="1"/>
          </p:cNvSpPr>
          <p:nvPr>
            <p:ph type="title"/>
          </p:nvPr>
        </p:nvSpPr>
        <p:spPr>
          <a:xfrm>
            <a:off x="465138" y="960438"/>
            <a:ext cx="3722689" cy="917575"/>
          </a:xfrm>
        </p:spPr>
        <p:txBody>
          <a:bodyPr/>
          <a:lstStyle/>
          <a:p>
            <a:r>
              <a:rPr lang="en-US" sz="2800" dirty="0"/>
              <a:t>Testing SharePoint Framework Web Parts</a:t>
            </a:r>
          </a:p>
        </p:txBody>
      </p:sp>
      <p:sp>
        <p:nvSpPr>
          <p:cNvPr id="5" name="Text Placeholder 4"/>
          <p:cNvSpPr>
            <a:spLocks noGrp="1"/>
          </p:cNvSpPr>
          <p:nvPr>
            <p:ph type="body" sz="quarter" idx="10"/>
          </p:nvPr>
        </p:nvSpPr>
        <p:spPr>
          <a:xfrm>
            <a:off x="465138" y="2574721"/>
            <a:ext cx="3842911" cy="3862387"/>
          </a:xfrm>
        </p:spPr>
        <p:txBody>
          <a:bodyPr/>
          <a:lstStyle/>
          <a:p>
            <a:pPr>
              <a:spcBef>
                <a:spcPts val="1200"/>
              </a:spcBef>
            </a:pPr>
            <a:r>
              <a:rPr lang="en-US" sz="2000" dirty="0"/>
              <a:t>Local Workbench</a:t>
            </a:r>
          </a:p>
          <a:p>
            <a:pPr>
              <a:spcBef>
                <a:spcPts val="1200"/>
              </a:spcBef>
            </a:pPr>
            <a:r>
              <a:rPr lang="en-US" sz="2000" dirty="0"/>
              <a:t>Hosted Workbench</a:t>
            </a:r>
          </a:p>
          <a:p>
            <a:pPr>
              <a:spcBef>
                <a:spcPts val="1200"/>
              </a:spcBef>
            </a:pPr>
            <a:r>
              <a:rPr lang="en-US" sz="2000" dirty="0"/>
              <a:t>Different modes of the gulp serve task</a:t>
            </a:r>
          </a:p>
        </p:txBody>
      </p:sp>
    </p:spTree>
    <p:extLst>
      <p:ext uri="{BB962C8B-B14F-4D97-AF65-F5344CB8AC3E}">
        <p14:creationId xmlns:p14="http://schemas.microsoft.com/office/powerpoint/2010/main" val="6009099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p:cNvSpPr>
            <a:spLocks noGrp="1"/>
          </p:cNvSpPr>
          <p:nvPr>
            <p:ph type="body" sz="quarter" idx="10"/>
          </p:nvPr>
        </p:nvSpPr>
        <p:spPr>
          <a:xfrm>
            <a:off x="464400" y="1212850"/>
            <a:ext cx="11574000" cy="1010397"/>
          </a:xfrm>
        </p:spPr>
        <p:txBody>
          <a:bodyPr/>
          <a:lstStyle/>
          <a:p>
            <a:r>
              <a:rPr lang="en-US" dirty="0"/>
              <a:t>Local development time experience</a:t>
            </a:r>
          </a:p>
          <a:p>
            <a:r>
              <a:rPr lang="en-US" dirty="0"/>
              <a:t>Test your changes immediately</a:t>
            </a:r>
          </a:p>
          <a:p>
            <a:endParaRPr lang="fi-FI" dirty="0"/>
          </a:p>
        </p:txBody>
      </p:sp>
      <p:sp>
        <p:nvSpPr>
          <p:cNvPr id="4" name="Title 3"/>
          <p:cNvSpPr>
            <a:spLocks noGrp="1"/>
          </p:cNvSpPr>
          <p:nvPr>
            <p:ph type="title"/>
          </p:nvPr>
        </p:nvSpPr>
        <p:spPr/>
        <p:txBody>
          <a:bodyPr/>
          <a:lstStyle/>
          <a:p>
            <a:r>
              <a:rPr lang="en-US" dirty="0"/>
              <a:t>SharePoint Workbench</a:t>
            </a:r>
            <a:endParaRPr lang="fi-FI" dirty="0"/>
          </a:p>
        </p:txBody>
      </p:sp>
      <p:pic>
        <p:nvPicPr>
          <p:cNvPr id="3" name="Picture 2">
            <a:extLst>
              <a:ext uri="{FF2B5EF4-FFF2-40B4-BE49-F238E27FC236}">
                <a16:creationId xmlns:a16="http://schemas.microsoft.com/office/drawing/2014/main" id="{04259FA7-A484-4E6A-A09B-7D4C592C11F7}"/>
              </a:ext>
            </a:extLst>
          </p:cNvPr>
          <p:cNvPicPr>
            <a:picLocks noChangeAspect="1"/>
          </p:cNvPicPr>
          <p:nvPr/>
        </p:nvPicPr>
        <p:blipFill>
          <a:blip r:embed="rId3"/>
          <a:stretch>
            <a:fillRect/>
          </a:stretch>
        </p:blipFill>
        <p:spPr>
          <a:xfrm>
            <a:off x="3088394" y="2392128"/>
            <a:ext cx="6259685" cy="4168835"/>
          </a:xfrm>
          <a:prstGeom prst="rect">
            <a:avLst/>
          </a:prstGeom>
        </p:spPr>
      </p:pic>
    </p:spTree>
    <p:extLst>
      <p:ext uri="{BB962C8B-B14F-4D97-AF65-F5344CB8AC3E}">
        <p14:creationId xmlns:p14="http://schemas.microsoft.com/office/powerpoint/2010/main" val="17112430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464400" y="1212850"/>
            <a:ext cx="11574000" cy="4748992"/>
          </a:xfrm>
        </p:spPr>
        <p:txBody>
          <a:bodyPr/>
          <a:lstStyle/>
          <a:p>
            <a:r>
              <a:rPr lang="en-US" dirty="0"/>
              <a:t>Local</a:t>
            </a:r>
          </a:p>
          <a:p>
            <a:pPr lvl="1"/>
            <a:r>
              <a:rPr lang="en-US" dirty="0"/>
              <a:t>Included with the SharePoint Framework version 1.12.1 and earlier</a:t>
            </a:r>
          </a:p>
          <a:p>
            <a:pPr lvl="1"/>
            <a:r>
              <a:rPr lang="en-US" dirty="0"/>
              <a:t>Runs on </a:t>
            </a:r>
            <a:r>
              <a:rPr lang="en-US" dirty="0">
                <a:hlinkClick r:id="rId3"/>
              </a:rPr>
              <a:t>https://localhost</a:t>
            </a:r>
            <a:endParaRPr lang="en-US" dirty="0"/>
          </a:p>
          <a:p>
            <a:pPr lvl="1"/>
            <a:r>
              <a:rPr lang="en-US" dirty="0"/>
              <a:t>Has no SharePoint Context</a:t>
            </a:r>
          </a:p>
          <a:p>
            <a:pPr lvl="1"/>
            <a:r>
              <a:rPr lang="en-US" dirty="0"/>
              <a:t>Developers can leverage uses mock data</a:t>
            </a:r>
          </a:p>
          <a:p>
            <a:endParaRPr lang="en-US" dirty="0"/>
          </a:p>
          <a:p>
            <a:r>
              <a:rPr lang="en-US" dirty="0"/>
              <a:t>SharePoint-hosted</a:t>
            </a:r>
          </a:p>
          <a:p>
            <a:pPr lvl="1"/>
            <a:r>
              <a:rPr lang="en-US" dirty="0"/>
              <a:t>Runs on a real SharePoint Site</a:t>
            </a:r>
          </a:p>
          <a:p>
            <a:pPr lvl="2"/>
            <a:r>
              <a:rPr lang="en-US" dirty="0">
                <a:hlinkClick r:id="rId4"/>
              </a:rPr>
              <a:t>https://&lt;your-sharepoint-site&gt;/_layouts/workbench.aspx</a:t>
            </a:r>
            <a:endParaRPr lang="en-US" dirty="0"/>
          </a:p>
          <a:p>
            <a:pPr lvl="1"/>
            <a:r>
              <a:rPr lang="en-US" dirty="0"/>
              <a:t>Has SharePoint Context</a:t>
            </a:r>
          </a:p>
          <a:p>
            <a:pPr lvl="1"/>
            <a:r>
              <a:rPr lang="en-US" dirty="0"/>
              <a:t>Uses SharePoint data</a:t>
            </a:r>
          </a:p>
          <a:p>
            <a:pPr lvl="1"/>
            <a:endParaRPr lang="en-US" dirty="0"/>
          </a:p>
          <a:p>
            <a:pPr lvl="1"/>
            <a:endParaRPr lang="en-US" dirty="0"/>
          </a:p>
          <a:p>
            <a:pPr lvl="1"/>
            <a:endParaRPr lang="en-US" dirty="0"/>
          </a:p>
        </p:txBody>
      </p:sp>
      <p:sp>
        <p:nvSpPr>
          <p:cNvPr id="3" name="Title 2"/>
          <p:cNvSpPr>
            <a:spLocks noGrp="1"/>
          </p:cNvSpPr>
          <p:nvPr>
            <p:ph type="title"/>
          </p:nvPr>
        </p:nvSpPr>
        <p:spPr/>
        <p:txBody>
          <a:bodyPr/>
          <a:lstStyle/>
          <a:p>
            <a:r>
              <a:rPr lang="en-US" dirty="0"/>
              <a:t>Local Workbench vs. SharePoint Workbench</a:t>
            </a:r>
          </a:p>
        </p:txBody>
      </p:sp>
    </p:spTree>
    <p:extLst>
      <p:ext uri="{BB962C8B-B14F-4D97-AF65-F5344CB8AC3E}">
        <p14:creationId xmlns:p14="http://schemas.microsoft.com/office/powerpoint/2010/main" val="3226948746"/>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274638" y="1212850"/>
            <a:ext cx="11887200" cy="2068259"/>
          </a:xfrm>
        </p:spPr>
        <p:txBody>
          <a:bodyPr/>
          <a:lstStyle/>
          <a:p>
            <a:r>
              <a:rPr lang="en-US" dirty="0"/>
              <a:t>Build and run solution on local server </a:t>
            </a:r>
            <a:r>
              <a:rPr lang="en-US" b="1" dirty="0"/>
              <a:t>and </a:t>
            </a:r>
            <a:r>
              <a:rPr lang="en-US" dirty="0"/>
              <a:t>automatically launch the SharePoint Workbench</a:t>
            </a:r>
          </a:p>
          <a:p>
            <a:endParaRPr lang="en-US" dirty="0"/>
          </a:p>
          <a:p>
            <a:endParaRPr lang="en-US" dirty="0"/>
          </a:p>
          <a:p>
            <a:r>
              <a:rPr lang="en-US" dirty="0"/>
              <a:t>Build and run solution on local server</a:t>
            </a:r>
          </a:p>
        </p:txBody>
      </p:sp>
      <p:sp>
        <p:nvSpPr>
          <p:cNvPr id="3" name="Title 2"/>
          <p:cNvSpPr>
            <a:spLocks noGrp="1"/>
          </p:cNvSpPr>
          <p:nvPr>
            <p:ph type="title"/>
          </p:nvPr>
        </p:nvSpPr>
        <p:spPr/>
        <p:txBody>
          <a:bodyPr/>
          <a:lstStyle/>
          <a:p>
            <a:r>
              <a:rPr lang="en-US"/>
              <a:t>Debugging</a:t>
            </a:r>
          </a:p>
        </p:txBody>
      </p:sp>
      <p:sp>
        <p:nvSpPr>
          <p:cNvPr id="4" name="Rectangle 3"/>
          <p:cNvSpPr/>
          <p:nvPr/>
        </p:nvSpPr>
        <p:spPr bwMode="auto">
          <a:xfrm>
            <a:off x="638528" y="2054724"/>
            <a:ext cx="6001555" cy="721217"/>
          </a:xfrm>
          <a:prstGeom prst="rect">
            <a:avLst/>
          </a:prstGeom>
          <a:solidFill>
            <a:schemeClr val="tx2"/>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180000" tIns="46637" rIns="108000" bIns="46637" numCol="1" rtlCol="0" anchor="ctr" anchorCtr="0" compatLnSpc="1">
            <a:prstTxWarp prst="textNoShape">
              <a:avLst/>
            </a:prstTxWarp>
          </a:bodyPr>
          <a:lstStyle/>
          <a:p>
            <a:pPr defTabSz="932472" fontAlgn="base">
              <a:spcBef>
                <a:spcPct val="0"/>
              </a:spcBef>
              <a:spcAft>
                <a:spcPct val="0"/>
              </a:spcAft>
            </a:pPr>
            <a:r>
              <a:rPr lang="en-US" sz="2000" dirty="0">
                <a:gradFill>
                  <a:gsLst>
                    <a:gs pos="0">
                      <a:srgbClr val="FFFFFF"/>
                    </a:gs>
                    <a:gs pos="100000">
                      <a:srgbClr val="FFFFFF"/>
                    </a:gs>
                  </a:gsLst>
                  <a:lin ang="5400000" scaled="0"/>
                </a:gradFill>
                <a:latin typeface="Consolas" panose="020B0609020204030204" pitchFamily="49" charset="0"/>
              </a:rPr>
              <a:t>&gt; heft start</a:t>
            </a:r>
            <a:endParaRPr lang="fi-FI" sz="2000" dirty="0">
              <a:gradFill>
                <a:gsLst>
                  <a:gs pos="0">
                    <a:srgbClr val="FFFFFF"/>
                  </a:gs>
                  <a:gs pos="100000">
                    <a:srgbClr val="FFFFFF"/>
                  </a:gs>
                </a:gsLst>
                <a:lin ang="5400000" scaled="0"/>
              </a:gradFill>
              <a:latin typeface="Consolas" panose="020B0609020204030204" pitchFamily="49" charset="0"/>
            </a:endParaRPr>
          </a:p>
        </p:txBody>
      </p:sp>
      <p:sp>
        <p:nvSpPr>
          <p:cNvPr id="5" name="Rectangle 4"/>
          <p:cNvSpPr/>
          <p:nvPr/>
        </p:nvSpPr>
        <p:spPr bwMode="auto">
          <a:xfrm>
            <a:off x="638528" y="3257206"/>
            <a:ext cx="6001555" cy="721217"/>
          </a:xfrm>
          <a:prstGeom prst="rect">
            <a:avLst/>
          </a:prstGeom>
          <a:solidFill>
            <a:schemeClr val="tx2"/>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180000" tIns="46637" rIns="108000" bIns="46637" numCol="1" rtlCol="0" anchor="ctr" anchorCtr="0" compatLnSpc="1">
            <a:prstTxWarp prst="textNoShape">
              <a:avLst/>
            </a:prstTxWarp>
          </a:bodyPr>
          <a:lstStyle/>
          <a:p>
            <a:pPr defTabSz="932472" fontAlgn="base">
              <a:spcBef>
                <a:spcPct val="0"/>
              </a:spcBef>
              <a:spcAft>
                <a:spcPct val="0"/>
              </a:spcAft>
            </a:pPr>
            <a:r>
              <a:rPr lang="en-US" sz="2000" dirty="0">
                <a:gradFill>
                  <a:gsLst>
                    <a:gs pos="0">
                      <a:srgbClr val="FFFFFF"/>
                    </a:gs>
                    <a:gs pos="100000">
                      <a:srgbClr val="FFFFFF"/>
                    </a:gs>
                  </a:gsLst>
                  <a:lin ang="5400000" scaled="0"/>
                </a:gradFill>
                <a:latin typeface="Consolas" panose="020B0609020204030204" pitchFamily="49" charset="0"/>
              </a:rPr>
              <a:t>&gt; heft start --</a:t>
            </a:r>
            <a:r>
              <a:rPr lang="en-US" sz="2000" dirty="0" err="1">
                <a:gradFill>
                  <a:gsLst>
                    <a:gs pos="0">
                      <a:srgbClr val="FFFFFF"/>
                    </a:gs>
                    <a:gs pos="100000">
                      <a:srgbClr val="FFFFFF"/>
                    </a:gs>
                  </a:gsLst>
                  <a:lin ang="5400000" scaled="0"/>
                </a:gradFill>
                <a:latin typeface="Consolas" panose="020B0609020204030204" pitchFamily="49" charset="0"/>
              </a:rPr>
              <a:t>nobrowser</a:t>
            </a:r>
            <a:endParaRPr lang="fi-FI" sz="2000" dirty="0">
              <a:gradFill>
                <a:gsLst>
                  <a:gs pos="0">
                    <a:srgbClr val="FFFFFF"/>
                  </a:gs>
                  <a:gs pos="100000">
                    <a:srgbClr val="FFFFFF"/>
                  </a:gs>
                </a:gsLst>
                <a:lin ang="5400000" scaled="0"/>
              </a:gradFill>
              <a:latin typeface="Consolas" panose="020B0609020204030204" pitchFamily="49" charset="0"/>
            </a:endParaRPr>
          </a:p>
        </p:txBody>
      </p:sp>
    </p:spTree>
    <p:extLst>
      <p:ext uri="{BB962C8B-B14F-4D97-AF65-F5344CB8AC3E}">
        <p14:creationId xmlns:p14="http://schemas.microsoft.com/office/powerpoint/2010/main" val="1038108813"/>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5401558" y="1212850"/>
            <a:ext cx="6636841" cy="1566583"/>
          </a:xfrm>
        </p:spPr>
        <p:txBody>
          <a:bodyPr/>
          <a:lstStyle/>
          <a:p>
            <a:r>
              <a:rPr lang="en-US" dirty="0" err="1"/>
              <a:t>SPFx</a:t>
            </a:r>
            <a:r>
              <a:rPr lang="en-US" dirty="0"/>
              <a:t> web parts are authored in </a:t>
            </a:r>
            <a:r>
              <a:rPr lang="en-US" dirty="0" err="1"/>
              <a:t>TypeScript</a:t>
            </a:r>
            <a:endParaRPr lang="en-US" dirty="0"/>
          </a:p>
          <a:p>
            <a:r>
              <a:rPr lang="en-US" dirty="0"/>
              <a:t>The build process </a:t>
            </a:r>
            <a:r>
              <a:rPr lang="en-US" dirty="0" err="1"/>
              <a:t>transpiles</a:t>
            </a:r>
            <a:r>
              <a:rPr lang="en-US" dirty="0"/>
              <a:t> the TypeScript into JavaScript, then bundles it all into a single file</a:t>
            </a:r>
          </a:p>
          <a:p>
            <a:r>
              <a:rPr lang="en-US" dirty="0"/>
              <a:t>As a result, it can be hard to debug the resulting JavaScript bundle</a:t>
            </a:r>
          </a:p>
          <a:p>
            <a:r>
              <a:rPr lang="en-US" dirty="0"/>
              <a:t>Source code mapping files make it possible to debug the original unbundled </a:t>
            </a:r>
            <a:r>
              <a:rPr lang="en-US" dirty="0" err="1"/>
              <a:t>TypeScript</a:t>
            </a:r>
            <a:r>
              <a:rPr lang="en-US" dirty="0"/>
              <a:t> code</a:t>
            </a:r>
          </a:p>
        </p:txBody>
      </p:sp>
      <p:sp>
        <p:nvSpPr>
          <p:cNvPr id="3" name="Title 2"/>
          <p:cNvSpPr>
            <a:spLocks noGrp="1"/>
          </p:cNvSpPr>
          <p:nvPr>
            <p:ph type="title"/>
          </p:nvPr>
        </p:nvSpPr>
        <p:spPr/>
        <p:txBody>
          <a:bodyPr/>
          <a:lstStyle/>
          <a:p>
            <a:r>
              <a:rPr lang="en-US" dirty="0"/>
              <a:t>Mapping Files Making Debugging Easier</a:t>
            </a:r>
          </a:p>
        </p:txBody>
      </p:sp>
      <p:grpSp>
        <p:nvGrpSpPr>
          <p:cNvPr id="6" name="Group 5">
            <a:extLst>
              <a:ext uri="{FF2B5EF4-FFF2-40B4-BE49-F238E27FC236}">
                <a16:creationId xmlns:a16="http://schemas.microsoft.com/office/drawing/2014/main" id="{076A59F2-2DE8-482F-A1B9-AA31CE878744}"/>
              </a:ext>
            </a:extLst>
          </p:cNvPr>
          <p:cNvGrpSpPr/>
          <p:nvPr/>
        </p:nvGrpSpPr>
        <p:grpSpPr>
          <a:xfrm>
            <a:off x="464400" y="1299315"/>
            <a:ext cx="4710915" cy="4705559"/>
            <a:chOff x="464400" y="1299315"/>
            <a:chExt cx="4876800" cy="4876800"/>
          </a:xfrm>
        </p:grpSpPr>
        <p:pic>
          <p:nvPicPr>
            <p:cNvPr id="10" name="Picture 9" descr="Treasure map icon | Game-icons.net"/>
            <p:cNvPicPr>
              <a:picLocks noChangeAspect="1"/>
            </p:cNvPicPr>
            <p:nvPr/>
          </p:nvPicPr>
          <p:blipFill>
            <a:blip r:embed="rId3"/>
            <a:stretch>
              <a:fillRect/>
            </a:stretch>
          </p:blipFill>
          <p:spPr>
            <a:xfrm>
              <a:off x="464400" y="1299315"/>
              <a:ext cx="4876800" cy="4876800"/>
            </a:xfrm>
            <a:prstGeom prst="rect">
              <a:avLst/>
            </a:prstGeom>
          </p:spPr>
        </p:pic>
        <p:pic>
          <p:nvPicPr>
            <p:cNvPr id="7" name="Picture 6" descr="... presented the “Building End-to-End Apps Using TypeScript” session"/>
            <p:cNvPicPr>
              <a:picLocks noChangeAspect="1"/>
            </p:cNvPicPr>
            <p:nvPr/>
          </p:nvPicPr>
          <p:blipFill>
            <a:blip r:embed="rId4"/>
            <a:stretch>
              <a:fillRect/>
            </a:stretch>
          </p:blipFill>
          <p:spPr>
            <a:xfrm>
              <a:off x="1151414" y="2163411"/>
              <a:ext cx="1422223" cy="711112"/>
            </a:xfrm>
            <a:prstGeom prst="rect">
              <a:avLst/>
            </a:prstGeom>
          </p:spPr>
        </p:pic>
        <p:pic>
          <p:nvPicPr>
            <p:cNvPr id="9" name="Picture 8" descr="Cómo borrar elementos de un array en JavaScript? – Geeky Theory"/>
            <p:cNvPicPr>
              <a:picLocks noChangeAspect="1"/>
            </p:cNvPicPr>
            <p:nvPr/>
          </p:nvPicPr>
          <p:blipFill>
            <a:blip r:embed="rId5"/>
            <a:stretch>
              <a:fillRect/>
            </a:stretch>
          </p:blipFill>
          <p:spPr>
            <a:xfrm>
              <a:off x="3383662" y="4359601"/>
              <a:ext cx="1581809" cy="1815313"/>
            </a:xfrm>
            <a:prstGeom prst="rect">
              <a:avLst/>
            </a:prstGeom>
          </p:spPr>
        </p:pic>
      </p:grpSp>
    </p:spTree>
    <p:extLst>
      <p:ext uri="{BB962C8B-B14F-4D97-AF65-F5344CB8AC3E}">
        <p14:creationId xmlns:p14="http://schemas.microsoft.com/office/powerpoint/2010/main" val="2635686540"/>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descr="Graphical user interface, application&#10;&#10;Description automatically generated">
            <a:extLst>
              <a:ext uri="{FF2B5EF4-FFF2-40B4-BE49-F238E27FC236}">
                <a16:creationId xmlns:a16="http://schemas.microsoft.com/office/drawing/2014/main" id="{3FBC7ED8-0F62-440A-8F8A-8701FA038E8D}"/>
              </a:ext>
            </a:extLst>
          </p:cNvPr>
          <p:cNvPicPr>
            <a:picLocks noChangeAspect="1"/>
          </p:cNvPicPr>
          <p:nvPr/>
        </p:nvPicPr>
        <p:blipFill>
          <a:blip r:embed="rId3"/>
          <a:stretch>
            <a:fillRect/>
          </a:stretch>
        </p:blipFill>
        <p:spPr>
          <a:xfrm>
            <a:off x="465138" y="3481512"/>
            <a:ext cx="3223539" cy="2941575"/>
          </a:xfrm>
          <a:prstGeom prst="rect">
            <a:avLst/>
          </a:prstGeom>
        </p:spPr>
      </p:pic>
      <p:sp>
        <p:nvSpPr>
          <p:cNvPr id="3" name="Title 2"/>
          <p:cNvSpPr>
            <a:spLocks noGrp="1"/>
          </p:cNvSpPr>
          <p:nvPr>
            <p:ph type="title"/>
          </p:nvPr>
        </p:nvSpPr>
        <p:spPr/>
        <p:txBody>
          <a:bodyPr/>
          <a:lstStyle/>
          <a:p>
            <a:r>
              <a:rPr lang="en-US" dirty="0"/>
              <a:t>Classic Page</a:t>
            </a:r>
          </a:p>
        </p:txBody>
      </p:sp>
      <p:pic>
        <p:nvPicPr>
          <p:cNvPr id="7" name="Picture 6" descr="Graphical user interface, application&#10;&#10;Description automatically generated">
            <a:extLst>
              <a:ext uri="{FF2B5EF4-FFF2-40B4-BE49-F238E27FC236}">
                <a16:creationId xmlns:a16="http://schemas.microsoft.com/office/drawing/2014/main" id="{06DB7A9E-7862-405D-B526-A92C23451EA2}"/>
              </a:ext>
            </a:extLst>
          </p:cNvPr>
          <p:cNvPicPr>
            <a:picLocks noChangeAspect="1"/>
          </p:cNvPicPr>
          <p:nvPr/>
        </p:nvPicPr>
        <p:blipFill>
          <a:blip r:embed="rId4"/>
          <a:stretch>
            <a:fillRect/>
          </a:stretch>
        </p:blipFill>
        <p:spPr>
          <a:xfrm>
            <a:off x="465138" y="1359678"/>
            <a:ext cx="2735817" cy="1806097"/>
          </a:xfrm>
          <a:prstGeom prst="rect">
            <a:avLst/>
          </a:prstGeom>
        </p:spPr>
      </p:pic>
      <p:pic>
        <p:nvPicPr>
          <p:cNvPr id="6" name="Picture 5">
            <a:extLst>
              <a:ext uri="{FF2B5EF4-FFF2-40B4-BE49-F238E27FC236}">
                <a16:creationId xmlns:a16="http://schemas.microsoft.com/office/drawing/2014/main" id="{724B0F33-F6CE-436C-8AE1-F593444CA015}"/>
              </a:ext>
            </a:extLst>
          </p:cNvPr>
          <p:cNvPicPr>
            <a:picLocks noChangeAspect="1"/>
          </p:cNvPicPr>
          <p:nvPr/>
        </p:nvPicPr>
        <p:blipFill>
          <a:blip r:embed="rId5"/>
          <a:stretch>
            <a:fillRect/>
          </a:stretch>
        </p:blipFill>
        <p:spPr>
          <a:xfrm>
            <a:off x="4344884" y="1359678"/>
            <a:ext cx="7626453" cy="4704238"/>
          </a:xfrm>
          <a:prstGeom prst="rect">
            <a:avLst/>
          </a:prstGeom>
        </p:spPr>
      </p:pic>
    </p:spTree>
    <p:extLst>
      <p:ext uri="{BB962C8B-B14F-4D97-AF65-F5344CB8AC3E}">
        <p14:creationId xmlns:p14="http://schemas.microsoft.com/office/powerpoint/2010/main" val="2117838705"/>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Modern Page</a:t>
            </a:r>
          </a:p>
        </p:txBody>
      </p:sp>
      <p:pic>
        <p:nvPicPr>
          <p:cNvPr id="4" name="Picture 3" descr="Graphical user interface, application&#10;&#10;Description automatically generated">
            <a:extLst>
              <a:ext uri="{FF2B5EF4-FFF2-40B4-BE49-F238E27FC236}">
                <a16:creationId xmlns:a16="http://schemas.microsoft.com/office/drawing/2014/main" id="{83EC7221-EAED-4115-A522-F50BBDACB1CC}"/>
              </a:ext>
            </a:extLst>
          </p:cNvPr>
          <p:cNvPicPr>
            <a:picLocks noChangeAspect="1"/>
          </p:cNvPicPr>
          <p:nvPr/>
        </p:nvPicPr>
        <p:blipFill>
          <a:blip r:embed="rId3"/>
          <a:stretch>
            <a:fillRect/>
          </a:stretch>
        </p:blipFill>
        <p:spPr>
          <a:xfrm>
            <a:off x="465138" y="1420632"/>
            <a:ext cx="2735817" cy="1806097"/>
          </a:xfrm>
          <a:prstGeom prst="rect">
            <a:avLst/>
          </a:prstGeom>
        </p:spPr>
      </p:pic>
      <p:pic>
        <p:nvPicPr>
          <p:cNvPr id="5" name="Picture 4">
            <a:extLst>
              <a:ext uri="{FF2B5EF4-FFF2-40B4-BE49-F238E27FC236}">
                <a16:creationId xmlns:a16="http://schemas.microsoft.com/office/drawing/2014/main" id="{119D3A7C-B7DB-408A-9981-2015DB3E7301}"/>
              </a:ext>
            </a:extLst>
          </p:cNvPr>
          <p:cNvPicPr>
            <a:picLocks noChangeAspect="1"/>
          </p:cNvPicPr>
          <p:nvPr/>
        </p:nvPicPr>
        <p:blipFill>
          <a:blip r:embed="rId4"/>
          <a:stretch>
            <a:fillRect/>
          </a:stretch>
        </p:blipFill>
        <p:spPr>
          <a:xfrm>
            <a:off x="465138" y="3603420"/>
            <a:ext cx="4429495" cy="2364243"/>
          </a:xfrm>
          <a:prstGeom prst="rect">
            <a:avLst/>
          </a:prstGeom>
        </p:spPr>
      </p:pic>
      <p:pic>
        <p:nvPicPr>
          <p:cNvPr id="8" name="Picture 7">
            <a:extLst>
              <a:ext uri="{FF2B5EF4-FFF2-40B4-BE49-F238E27FC236}">
                <a16:creationId xmlns:a16="http://schemas.microsoft.com/office/drawing/2014/main" id="{F867C808-882F-45FD-830F-C72BC8BA81CC}"/>
              </a:ext>
            </a:extLst>
          </p:cNvPr>
          <p:cNvPicPr>
            <a:picLocks noChangeAspect="1"/>
          </p:cNvPicPr>
          <p:nvPr/>
        </p:nvPicPr>
        <p:blipFill>
          <a:blip r:embed="rId5"/>
          <a:stretch>
            <a:fillRect/>
          </a:stretch>
        </p:blipFill>
        <p:spPr>
          <a:xfrm>
            <a:off x="5382240" y="1420632"/>
            <a:ext cx="6616085" cy="4442144"/>
          </a:xfrm>
          <a:prstGeom prst="rect">
            <a:avLst/>
          </a:prstGeom>
        </p:spPr>
      </p:pic>
    </p:spTree>
    <p:extLst>
      <p:ext uri="{BB962C8B-B14F-4D97-AF65-F5344CB8AC3E}">
        <p14:creationId xmlns:p14="http://schemas.microsoft.com/office/powerpoint/2010/main" val="2384485707"/>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Demo</a:t>
            </a:r>
            <a:br>
              <a:rPr lang="en-US" dirty="0"/>
            </a:br>
            <a:r>
              <a:rPr lang="en-US" sz="2400" dirty="0"/>
              <a:t>Testing the Web Part in the SharePoint-hosted Workbench</a:t>
            </a:r>
            <a:endParaRPr lang="en-US" dirty="0"/>
          </a:p>
        </p:txBody>
      </p:sp>
    </p:spTree>
    <p:extLst>
      <p:ext uri="{BB962C8B-B14F-4D97-AF65-F5344CB8AC3E}">
        <p14:creationId xmlns:p14="http://schemas.microsoft.com/office/powerpoint/2010/main" val="3633782839"/>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group of people sitting at a table&#10;&#10;Description generated with high confidence">
            <a:extLst>
              <a:ext uri="{FF2B5EF4-FFF2-40B4-BE49-F238E27FC236}">
                <a16:creationId xmlns:a16="http://schemas.microsoft.com/office/drawing/2014/main" id="{D2306968-4303-2646-8585-0AC3A60408F7}"/>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l="-2"/>
          <a:stretch/>
        </p:blipFill>
        <p:spPr>
          <a:xfrm flipH="1">
            <a:off x="1943100" y="0"/>
            <a:ext cx="10493376" cy="6994525"/>
          </a:xfrm>
          <a:prstGeom prst="rect">
            <a:avLst/>
          </a:prstGeom>
        </p:spPr>
      </p:pic>
      <p:sp>
        <p:nvSpPr>
          <p:cNvPr id="6" name="Rectangle 5">
            <a:extLst>
              <a:ext uri="{FF2B5EF4-FFF2-40B4-BE49-F238E27FC236}">
                <a16:creationId xmlns:a16="http://schemas.microsoft.com/office/drawing/2014/main" id="{983A2655-A41F-244A-9475-FD805B4A5770}"/>
              </a:ext>
            </a:extLst>
          </p:cNvPr>
          <p:cNvSpPr/>
          <p:nvPr/>
        </p:nvSpPr>
        <p:spPr bwMode="auto">
          <a:xfrm>
            <a:off x="0" y="0"/>
            <a:ext cx="10048876" cy="6994525"/>
          </a:xfrm>
          <a:prstGeom prst="rect">
            <a:avLst/>
          </a:prstGeom>
          <a:gradFill flip="none" rotWithShape="1">
            <a:gsLst>
              <a:gs pos="0">
                <a:schemeClr val="accent1">
                  <a:lumMod val="5000"/>
                  <a:lumOff val="95000"/>
                  <a:alpha val="0"/>
                </a:schemeClr>
              </a:gs>
              <a:gs pos="59000">
                <a:schemeClr val="bg1"/>
              </a:gs>
              <a:gs pos="100000">
                <a:schemeClr val="bg1"/>
              </a:gs>
            </a:gsLst>
            <a:lin ang="10800000" scaled="0"/>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4" name="Title 3">
            <a:extLst>
              <a:ext uri="{FF2B5EF4-FFF2-40B4-BE49-F238E27FC236}">
                <a16:creationId xmlns:a16="http://schemas.microsoft.com/office/drawing/2014/main" id="{8047349F-0B8F-4D12-A39C-718C1C57DDFF}"/>
              </a:ext>
            </a:extLst>
          </p:cNvPr>
          <p:cNvSpPr>
            <a:spLocks noGrp="1"/>
          </p:cNvSpPr>
          <p:nvPr>
            <p:ph type="title"/>
          </p:nvPr>
        </p:nvSpPr>
        <p:spPr>
          <a:xfrm>
            <a:off x="465138" y="1843063"/>
            <a:ext cx="11533187" cy="411162"/>
          </a:xfrm>
        </p:spPr>
        <p:txBody>
          <a:bodyPr/>
          <a:lstStyle/>
          <a:p>
            <a:r>
              <a:rPr lang="en-US" dirty="0"/>
              <a:t>Summary</a:t>
            </a:r>
          </a:p>
        </p:txBody>
      </p:sp>
      <p:sp>
        <p:nvSpPr>
          <p:cNvPr id="10" name="Text Placeholder 6">
            <a:extLst>
              <a:ext uri="{FF2B5EF4-FFF2-40B4-BE49-F238E27FC236}">
                <a16:creationId xmlns:a16="http://schemas.microsoft.com/office/drawing/2014/main" id="{61D48218-75E0-4C6C-BFA7-A1010BADED35}"/>
              </a:ext>
            </a:extLst>
          </p:cNvPr>
          <p:cNvSpPr txBox="1">
            <a:spLocks/>
          </p:cNvSpPr>
          <p:nvPr/>
        </p:nvSpPr>
        <p:spPr>
          <a:xfrm>
            <a:off x="465139" y="2621905"/>
            <a:ext cx="4234184" cy="1126462"/>
          </a:xfrm>
          <a:prstGeom prst="rect">
            <a:avLst/>
          </a:prstGeom>
        </p:spPr>
        <p:txBody>
          <a:bodyPr vert="horz" wrap="square" lIns="0" tIns="0" rIns="0" bIns="0" rtlCol="0">
            <a:spAutoFit/>
          </a:bodyPr>
          <a:lstStyle>
            <a:lvl1pPr marL="0" marR="0" indent="0" algn="l" defTabSz="932742" rtl="0" eaLnBrk="1" fontAlgn="auto" latinLnBrk="0" hangingPunct="1">
              <a:lnSpc>
                <a:spcPts val="1800"/>
              </a:lnSpc>
              <a:spcBef>
                <a:spcPts val="0"/>
              </a:spcBef>
              <a:spcAft>
                <a:spcPts val="0"/>
              </a:spcAft>
              <a:buClrTx/>
              <a:buSzPct val="90000"/>
              <a:buFont typeface="Wingdings" panose="05000000000000000000" pitchFamily="2" charset="2"/>
              <a:buNone/>
              <a:tabLst/>
              <a:defRPr sz="1400" b="1" kern="1200" spc="0" baseline="0">
                <a:solidFill>
                  <a:schemeClr val="tx1"/>
                </a:solidFill>
                <a:latin typeface="+mn-lt"/>
                <a:ea typeface="+mn-ea"/>
                <a:cs typeface="+mn-cs"/>
              </a:defRPr>
            </a:lvl1pPr>
            <a:lvl2pPr marL="0" marR="0" indent="0" algn="l" defTabSz="932742" rtl="0" eaLnBrk="1" fontAlgn="auto" latinLnBrk="0" hangingPunct="1">
              <a:lnSpc>
                <a:spcPts val="1800"/>
              </a:lnSpc>
              <a:spcBef>
                <a:spcPts val="0"/>
              </a:spcBef>
              <a:spcAft>
                <a:spcPts val="0"/>
              </a:spcAft>
              <a:buClrTx/>
              <a:buSzPct val="90000"/>
              <a:buFont typeface="Wingdings" panose="05000000000000000000" pitchFamily="2" charset="2"/>
              <a:buNone/>
              <a:tabLst/>
              <a:defRPr sz="1400" kern="1200" spc="0" baseline="0">
                <a:solidFill>
                  <a:schemeClr val="tx1"/>
                </a:solidFill>
                <a:latin typeface="+mn-lt"/>
                <a:ea typeface="+mn-ea"/>
                <a:cs typeface="+mn-cs"/>
              </a:defRPr>
            </a:lvl2pPr>
            <a:lvl3pPr marL="457200" marR="0" indent="0" algn="l" defTabSz="932742" rtl="0" eaLnBrk="1" fontAlgn="auto" latinLnBrk="0" hangingPunct="1">
              <a:lnSpc>
                <a:spcPct val="90000"/>
              </a:lnSpc>
              <a:spcBef>
                <a:spcPct val="20000"/>
              </a:spcBef>
              <a:spcAft>
                <a:spcPts val="0"/>
              </a:spcAft>
              <a:buClrTx/>
              <a:buSzPct val="90000"/>
              <a:buFont typeface="Wingdings" panose="05000000000000000000" pitchFamily="2" charset="2"/>
              <a:buNone/>
              <a:tabLst/>
              <a:defRPr sz="2400" kern="1200" spc="0" baseline="0">
                <a:gradFill>
                  <a:gsLst>
                    <a:gs pos="1250">
                      <a:schemeClr val="tx1"/>
                    </a:gs>
                    <a:gs pos="100000">
                      <a:schemeClr val="tx1"/>
                    </a:gs>
                  </a:gsLst>
                  <a:lin ang="5400000" scaled="0"/>
                </a:gradFill>
                <a:latin typeface="+mn-lt"/>
                <a:ea typeface="+mn-ea"/>
                <a:cs typeface="+mn-cs"/>
              </a:defRPr>
            </a:lvl3pPr>
            <a:lvl4pPr marL="685800" marR="0" indent="0" algn="l" defTabSz="932742" rtl="0" eaLnBrk="1" fontAlgn="auto" latinLnBrk="0" hangingPunct="1">
              <a:lnSpc>
                <a:spcPct val="90000"/>
              </a:lnSpc>
              <a:spcBef>
                <a:spcPct val="20000"/>
              </a:spcBef>
              <a:spcAft>
                <a:spcPts val="0"/>
              </a:spcAft>
              <a:buClrTx/>
              <a:buSzPct val="90000"/>
              <a:buFont typeface="Wingdings" panose="05000000000000000000" pitchFamily="2" charset="2"/>
              <a:buNone/>
              <a:tabLst/>
              <a:defRPr sz="2200" kern="1200" spc="0" baseline="0">
                <a:gradFill>
                  <a:gsLst>
                    <a:gs pos="1250">
                      <a:schemeClr val="tx1"/>
                    </a:gs>
                    <a:gs pos="100000">
                      <a:schemeClr val="tx1"/>
                    </a:gs>
                  </a:gsLst>
                  <a:lin ang="5400000" scaled="0"/>
                </a:gradFill>
                <a:latin typeface="+mn-lt"/>
                <a:ea typeface="+mn-ea"/>
                <a:cs typeface="+mn-cs"/>
              </a:defRPr>
            </a:lvl4pPr>
            <a:lvl5pPr marL="914400" marR="0" indent="0" algn="l" defTabSz="932742" rtl="0" eaLnBrk="1" fontAlgn="auto" latinLnBrk="0" hangingPunct="1">
              <a:lnSpc>
                <a:spcPct val="90000"/>
              </a:lnSpc>
              <a:spcBef>
                <a:spcPct val="20000"/>
              </a:spcBef>
              <a:spcAft>
                <a:spcPts val="0"/>
              </a:spcAft>
              <a:buClrTx/>
              <a:buSzPct val="90000"/>
              <a:buFont typeface="Wingdings" panose="05000000000000000000" pitchFamily="2" charset="2"/>
              <a:buNone/>
              <a:tabLst/>
              <a:defRPr sz="22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0">
              <a:lnSpc>
                <a:spcPct val="90000"/>
              </a:lnSpc>
              <a:spcBef>
                <a:spcPts val="1800"/>
              </a:spcBef>
            </a:pPr>
            <a:r>
              <a:rPr lang="en-US" sz="1600" b="0" dirty="0">
                <a:solidFill>
                  <a:srgbClr val="2F2F2F"/>
                </a:solidFill>
                <a:latin typeface="Segoe UI Semibold"/>
              </a:rPr>
              <a:t>Local Workbench</a:t>
            </a:r>
          </a:p>
          <a:p>
            <a:pPr lvl="0">
              <a:lnSpc>
                <a:spcPct val="90000"/>
              </a:lnSpc>
              <a:spcBef>
                <a:spcPts val="1800"/>
              </a:spcBef>
            </a:pPr>
            <a:r>
              <a:rPr lang="en-US" sz="1600" b="0" dirty="0">
                <a:solidFill>
                  <a:srgbClr val="2F2F2F"/>
                </a:solidFill>
                <a:latin typeface="Segoe UI Semibold"/>
              </a:rPr>
              <a:t>Hosted Workbench</a:t>
            </a:r>
          </a:p>
          <a:p>
            <a:pPr lvl="0">
              <a:lnSpc>
                <a:spcPct val="90000"/>
              </a:lnSpc>
              <a:spcBef>
                <a:spcPts val="1800"/>
              </a:spcBef>
            </a:pPr>
            <a:r>
              <a:rPr lang="en-US" sz="1600" b="0" dirty="0">
                <a:solidFill>
                  <a:srgbClr val="2F2F2F"/>
                </a:solidFill>
                <a:latin typeface="Segoe UI Semibold"/>
              </a:rPr>
              <a:t>Different modes of the gulp serve task</a:t>
            </a:r>
          </a:p>
        </p:txBody>
      </p:sp>
    </p:spTree>
    <p:extLst>
      <p:ext uri="{BB962C8B-B14F-4D97-AF65-F5344CB8AC3E}">
        <p14:creationId xmlns:p14="http://schemas.microsoft.com/office/powerpoint/2010/main" val="2509242320"/>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1B3A684-C5C1-4B91-8D72-E2DBE6DAFFCC}"/>
              </a:ext>
            </a:extLst>
          </p:cNvPr>
          <p:cNvSpPr/>
          <p:nvPr/>
        </p:nvSpPr>
        <p:spPr bwMode="auto">
          <a:xfrm>
            <a:off x="0" y="1504710"/>
            <a:ext cx="12436475" cy="4857036"/>
          </a:xfrm>
          <a:prstGeom prst="rect">
            <a:avLst/>
          </a:prstGeom>
          <a:solidFill>
            <a:schemeClr val="bg2">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2" name="Title 1"/>
          <p:cNvSpPr>
            <a:spLocks noGrp="1"/>
          </p:cNvSpPr>
          <p:nvPr>
            <p:ph type="title"/>
          </p:nvPr>
        </p:nvSpPr>
        <p:spPr/>
        <p:txBody>
          <a:bodyPr/>
          <a:lstStyle/>
          <a:p>
            <a:r>
              <a:rPr lang="en-US" dirty="0"/>
              <a:t>Reading further</a:t>
            </a:r>
          </a:p>
        </p:txBody>
      </p:sp>
      <p:sp>
        <p:nvSpPr>
          <p:cNvPr id="3" name="Text Placeholder 2"/>
          <p:cNvSpPr>
            <a:spLocks noGrp="1"/>
          </p:cNvSpPr>
          <p:nvPr>
            <p:ph type="body" sz="quarter" idx="10"/>
          </p:nvPr>
        </p:nvSpPr>
        <p:spPr>
          <a:xfrm>
            <a:off x="465138" y="1930734"/>
            <a:ext cx="11533187" cy="2723823"/>
          </a:xfrm>
        </p:spPr>
        <p:txBody>
          <a:bodyPr/>
          <a:lstStyle/>
          <a:p>
            <a:pPr marL="342900" marR="0" lvl="0" indent="-342900" defTabSz="914400" eaLnBrk="1" fontAlgn="auto" latinLnBrk="0" hangingPunct="1">
              <a:lnSpc>
                <a:spcPct val="100000"/>
              </a:lnSpc>
              <a:spcBef>
                <a:spcPts val="600"/>
              </a:spcBef>
              <a:spcAft>
                <a:spcPts val="0"/>
              </a:spcAft>
              <a:buClrTx/>
              <a:buSzTx/>
              <a:buFont typeface="Arial" charset="0"/>
              <a:buNone/>
              <a:tabLst/>
              <a:defRPr/>
            </a:pPr>
            <a:r>
              <a:rPr lang="en-US" sz="1800" dirty="0">
                <a:latin typeface="+mj-lt"/>
              </a:rPr>
              <a:t>Debugging SharePoint Framework solutions in Visual Studio Code</a:t>
            </a:r>
          </a:p>
          <a:p>
            <a:pPr marL="342900" lvl="0" indent="-342900" defTabSz="914400">
              <a:lnSpc>
                <a:spcPct val="100000"/>
              </a:lnSpc>
              <a:spcBef>
                <a:spcPts val="600"/>
              </a:spcBef>
              <a:buSzTx/>
              <a:defRPr/>
            </a:pPr>
            <a:r>
              <a:rPr lang="en-US" sz="1800" dirty="0">
                <a:latin typeface="+mj-lt"/>
                <a:hlinkClick r:id="rId3"/>
              </a:rPr>
              <a:t>https://learn.microsoft.com/sharepoint/dev/spfx/debug-in-vscode</a:t>
            </a:r>
            <a:endParaRPr lang="en-US" sz="1800" dirty="0">
              <a:latin typeface="+mj-lt"/>
            </a:endParaRPr>
          </a:p>
          <a:p>
            <a:pPr marL="342900" lvl="0" indent="-342900" defTabSz="914400">
              <a:lnSpc>
                <a:spcPct val="100000"/>
              </a:lnSpc>
              <a:spcBef>
                <a:spcPts val="600"/>
              </a:spcBef>
              <a:buSzTx/>
              <a:defRPr/>
            </a:pPr>
            <a:endParaRPr lang="en-US" sz="1800" dirty="0">
              <a:latin typeface="+mj-lt"/>
            </a:endParaRPr>
          </a:p>
          <a:p>
            <a:pPr marL="342900" marR="0" lvl="0" indent="-342900" defTabSz="914400" eaLnBrk="1" fontAlgn="auto" latinLnBrk="0" hangingPunct="1">
              <a:lnSpc>
                <a:spcPct val="100000"/>
              </a:lnSpc>
              <a:spcBef>
                <a:spcPts val="600"/>
              </a:spcBef>
              <a:spcAft>
                <a:spcPts val="0"/>
              </a:spcAft>
              <a:buClrTx/>
              <a:buSzTx/>
              <a:buFont typeface="Arial" charset="0"/>
              <a:buNone/>
              <a:tabLst/>
              <a:defRPr/>
            </a:pPr>
            <a:r>
              <a:rPr lang="en-US" sz="1800" dirty="0">
                <a:latin typeface="+mj-lt"/>
              </a:rPr>
              <a:t>Debug SharePoint Framework solutions on modern SharePoint pages</a:t>
            </a:r>
          </a:p>
          <a:p>
            <a:pPr marL="342900" lvl="0" indent="-342900" defTabSz="914400">
              <a:lnSpc>
                <a:spcPct val="100000"/>
              </a:lnSpc>
              <a:spcBef>
                <a:spcPts val="600"/>
              </a:spcBef>
              <a:buSzTx/>
              <a:defRPr/>
            </a:pPr>
            <a:r>
              <a:rPr lang="en-US" sz="1800" dirty="0">
                <a:latin typeface="+mj-lt"/>
                <a:hlinkClick r:id="rId4"/>
              </a:rPr>
              <a:t>https://learn.microsoft.com/sharepoint/dev/spfx/debug-modern-pages</a:t>
            </a:r>
            <a:endParaRPr lang="en-US" sz="1800" dirty="0">
              <a:latin typeface="+mj-lt"/>
            </a:endParaRPr>
          </a:p>
          <a:p>
            <a:pPr marL="342900" lvl="0" indent="-342900" defTabSz="914400">
              <a:lnSpc>
                <a:spcPct val="100000"/>
              </a:lnSpc>
              <a:spcBef>
                <a:spcPts val="600"/>
              </a:spcBef>
              <a:buSzTx/>
              <a:defRPr/>
            </a:pPr>
            <a:endParaRPr lang="en-US" sz="1600" dirty="0"/>
          </a:p>
          <a:p>
            <a:pPr marL="342900" indent="-342900" defTabSz="914400">
              <a:lnSpc>
                <a:spcPct val="100000"/>
              </a:lnSpc>
              <a:spcBef>
                <a:spcPts val="600"/>
              </a:spcBef>
              <a:buSzTx/>
            </a:pPr>
            <a:r>
              <a:rPr lang="en-US" sz="1800" b="1" dirty="0">
                <a:latin typeface="+mj-lt"/>
              </a:rPr>
              <a:t>Use the developer dashboard</a:t>
            </a:r>
          </a:p>
          <a:p>
            <a:pPr marL="342900" indent="-342900" defTabSz="914400">
              <a:lnSpc>
                <a:spcPct val="100000"/>
              </a:lnSpc>
              <a:spcBef>
                <a:spcPts val="600"/>
              </a:spcBef>
              <a:buSzTx/>
            </a:pPr>
            <a:r>
              <a:rPr lang="en-US" sz="1800" b="1" dirty="0">
                <a:latin typeface="+mj-lt"/>
                <a:hlinkClick r:id="rId5"/>
              </a:rPr>
              <a:t>https://learn.microsoft.com/sharepoint/dev/spfx/use-developer-dashboard</a:t>
            </a:r>
            <a:r>
              <a:rPr lang="en-US" sz="1800" b="1" dirty="0">
                <a:latin typeface="+mj-lt"/>
              </a:rPr>
              <a:t> </a:t>
            </a:r>
          </a:p>
        </p:txBody>
      </p:sp>
    </p:spTree>
    <p:extLst>
      <p:ext uri="{BB962C8B-B14F-4D97-AF65-F5344CB8AC3E}">
        <p14:creationId xmlns:p14="http://schemas.microsoft.com/office/powerpoint/2010/main" val="2488187899"/>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Thank you.</a:t>
            </a:r>
          </a:p>
        </p:txBody>
      </p:sp>
    </p:spTree>
    <p:extLst>
      <p:ext uri="{BB962C8B-B14F-4D97-AF65-F5344CB8AC3E}">
        <p14:creationId xmlns:p14="http://schemas.microsoft.com/office/powerpoint/2010/main" val="37240158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660847957"/>
      </p:ext>
    </p:extLst>
  </p:cSld>
  <p:clrMapOvr>
    <a:masterClrMapping/>
  </p:clrMapOvr>
  <p:transition>
    <p:fade/>
  </p:transition>
</p:sld>
</file>

<file path=ppt/theme/theme1.xml><?xml version="1.0" encoding="utf-8"?>
<a:theme xmlns:a="http://schemas.openxmlformats.org/drawingml/2006/main" name="Office 365 PPT Template - 2017">
  <a:themeElements>
    <a:clrScheme name="Office17_2">
      <a:dk1>
        <a:srgbClr val="2F2F2F"/>
      </a:dk1>
      <a:lt1>
        <a:srgbClr val="E6E6E6"/>
      </a:lt1>
      <a:dk2>
        <a:srgbClr val="2F2F2F"/>
      </a:dk2>
      <a:lt2>
        <a:srgbClr val="FFFFFF"/>
      </a:lt2>
      <a:accent1>
        <a:srgbClr val="D83B01"/>
      </a:accent1>
      <a:accent2>
        <a:srgbClr val="2F2F2F"/>
      </a:accent2>
      <a:accent3>
        <a:srgbClr val="D2D2D2"/>
      </a:accent3>
      <a:accent4>
        <a:srgbClr val="E6E6E6"/>
      </a:accent4>
      <a:accent5>
        <a:srgbClr val="2F2F2F"/>
      </a:accent5>
      <a:accent6>
        <a:srgbClr val="D2D2D2"/>
      </a:accent6>
      <a:hlink>
        <a:srgbClr val="D83B01"/>
      </a:hlink>
      <a:folHlink>
        <a:srgbClr val="D83B01"/>
      </a:folHlink>
    </a:clrScheme>
    <a:fontScheme name="Custom 25">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defTabSz="932472" fontAlgn="base">
          <a:lnSpc>
            <a:spcPct val="90000"/>
          </a:lnSpc>
          <a:spcBef>
            <a:spcPct val="0"/>
          </a:spcBef>
          <a:spcAft>
            <a:spcPct val="0"/>
          </a:spcAft>
          <a:defRPr sz="24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182880" tIns="146304" rIns="182880" bIns="146304" rtlCol="0">
        <a:spAutoFit/>
      </a:bodyPr>
      <a:lstStyle>
        <a:defPPr>
          <a:lnSpc>
            <a:spcPct val="90000"/>
          </a:lnSpc>
          <a:spcAft>
            <a:spcPts val="600"/>
          </a:spcAft>
          <a:defRPr sz="24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Office PPT Template 2017_Final [Read-Only]" id="{73F65A92-A1E2-4F85-816E-D7BE701F4FD1}" vid="{D56D5674-EDE9-4FB8-A009-BF74ED985EF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item1.xml><?xml version="1.0" encoding="utf-8"?>
<athena xmlns="http://schemas.microsoft.com/edu/athena" version="0.1.3396.0">
  <ink scale="0.5713244">AAEAAAD/////AQAAAAAAAAAMAgAAAE9BdXRob3JQUFQsIFZlcnNpb249MC4xLjMzOTYuMCwgQ3VsdHVyZT1uZXV0cmFsLCBQdWJsaWNLZXlUb2tlbj0zMWJmMzg1NmFkMzY0ZTM1BQEAAAALSW5rTWF0dGVyVjEDAAAADUxpc3RgMStfaXRlbXMMTGlzdGAxK19zaXplD0xpc3RgMStfdmVyc2lvbgQAABdTaGFyZWQuSW5raW5nLklua0F0b21bXQIAAAAICAIAAAAJAwAAAAIAAAAdAAAABwMAAAAAAQAAAAQAAAAECUlua0F0b21WMQIAAAAJBAAAAAkFAAAADQIFBAAAAAtQZW5TdHJva2VWMQQAAAAKQXR0cmlidXRlcwVUcmFjZQlTdGFydFRpbWUEVHlwZQQEAAQPUGVuQXR0cmlidXRlc1YxAgAAAApJbmtUcmFjZVYxAgAAABAMQWN0aW9uVHlwZVYxAgAAAAIAAAAJBgAAAAkHAAAA5O8AAAAAAAAF+P///wxBY3Rpb25UeXBlVjEBAAAAB3ZhbHVlX18ACAIAAAAAAAAABQUAAAANQ2xlYXJDYW52YXNWMQIAAAAJU3RhcnRUaW1lBFR5cGUABBAMQWN0aW9uVHlwZVYxAgAAAAIAAADYBgEAAAAAAAH3////+P///wAAAAAFBgAAAA9QZW5BdHRyaWJ1dGVzVjEKAAAAB19jb2xvckEHX2NvbG9yUgdfY29sb3JHB19jb2xvckIKRml0VG9DdXJ2ZQZIZWlnaHQOSWdub3JlUHJlc3N1cmUNSXNIaWdobGlnaHRlcgVTaGFwZQVXaWR0aAAAAAAAAAAABAACAgICAQYBAQxCcnVzaFNoYXBlVjECAAAABgIAAAD/AAAAAAAAAAAAAAhAAAAF9v///wxCcnVzaFNoYXBlVjEBAAAAB3ZhbHVlX18ACAIAAAABAAAAAAAAAAAACEAFBwAAAApJbmtUcmFjZVYxAwAAAA1MaXN0YDErX2l0ZW1zDExpc3RgMStfc2l6ZQ9MaXN0YDErX3ZlcnNpb24EAAAYU2hhcmVkLklua2luZy5JbmtQb2ludFtdAgAAAAgIAgAAAAkLAAAAAQAAAAEAAAAHCwAAAAABAAAABAAAAAQKSW5rUG9pbnRWMQIAAAAJDAAAAA0DBQwAAAAKSW5rUG9pbnRWMQQAAAABWAFZDlByZXNzdXJlRmFjdG9yCVRpbWVTdGFtcAAAAAAGBgsQAgAAAAACAAAAAOA/IAAAAAAA4D8AAAA/AAAAAAAAAAAL</ink>
</athena>
</file>

<file path=customXml/itemProps1.xml><?xml version="1.0" encoding="utf-8"?>
<ds:datastoreItem xmlns:ds="http://schemas.openxmlformats.org/officeDocument/2006/customXml" ds:itemID="{AB748CBD-0949-444B-9600-75CD9A8FAB3E}">
  <ds:schemaRefs>
    <ds:schemaRef ds:uri="http://schemas.microsoft.com/edu/athena"/>
  </ds:schemaRefs>
</ds:datastoreItem>
</file>

<file path=docProps/app.xml><?xml version="1.0" encoding="utf-8"?>
<Properties xmlns="http://schemas.openxmlformats.org/officeDocument/2006/extended-properties" xmlns:vt="http://schemas.openxmlformats.org/officeDocument/2006/docPropsVTypes">
  <Template>Office templates</Template>
  <TotalTime>0</TotalTime>
  <Words>1438</Words>
  <Application>Microsoft Macintosh PowerPoint</Application>
  <PresentationFormat>Custom</PresentationFormat>
  <Paragraphs>140</Paragraphs>
  <Slides>13</Slides>
  <Notes>12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13</vt:i4>
      </vt:variant>
    </vt:vector>
  </HeadingPairs>
  <TitlesOfParts>
    <vt:vector size="20" baseType="lpstr">
      <vt:lpstr>Arial</vt:lpstr>
      <vt:lpstr>Consolas</vt:lpstr>
      <vt:lpstr>Segoe UI</vt:lpstr>
      <vt:lpstr>Segoe UI Light</vt:lpstr>
      <vt:lpstr>Segoe UI Semibold</vt:lpstr>
      <vt:lpstr>Wingdings</vt:lpstr>
      <vt:lpstr>Office 365 PPT Template - 2017</vt:lpstr>
      <vt:lpstr>Developing with the SharePoint Framework: Web Parts</vt:lpstr>
      <vt:lpstr>Testing SharePoint Framework Web Parts</vt:lpstr>
      <vt:lpstr>SharePoint Workbench</vt:lpstr>
      <vt:lpstr>Local Workbench vs. SharePoint Workbench</vt:lpstr>
      <vt:lpstr>Debugging</vt:lpstr>
      <vt:lpstr>Mapping Files Making Debugging Easier</vt:lpstr>
      <vt:lpstr>Classic Page</vt:lpstr>
      <vt:lpstr>Modern Page</vt:lpstr>
      <vt:lpstr>Demo Testing the Web Part in the SharePoint-hosted Workbench</vt:lpstr>
      <vt:lpstr>Summary</vt:lpstr>
      <vt:lpstr>Reading further</vt:lpstr>
      <vt:lpstr>Thank you.</vt:lpstr>
      <vt:lpstr>PowerPoint Presentation</vt:lpstr>
    </vt:vector>
  </TitlesOfParts>
  <Manager/>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cp:lastModifiedBy/>
  <cp:revision>1</cp:revision>
  <dcterms:created xsi:type="dcterms:W3CDTF">2017-08-19T23:50:46Z</dcterms:created>
  <dcterms:modified xsi:type="dcterms:W3CDTF">2026-05-25T01:16:32Z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f42aa342-8706-4288-bd11-ebb85995028c_Enabled">
    <vt:lpwstr>True</vt:lpwstr>
  </property>
  <property fmtid="{D5CDD505-2E9C-101B-9397-08002B2CF9AE}" pid="3" name="MSIP_Label_f42aa342-8706-4288-bd11-ebb85995028c_SiteId">
    <vt:lpwstr>72f988bf-86f1-41af-91ab-2d7cd011db47</vt:lpwstr>
  </property>
  <property fmtid="{D5CDD505-2E9C-101B-9397-08002B2CF9AE}" pid="4" name="MSIP_Label_f42aa342-8706-4288-bd11-ebb85995028c_Owner">
    <vt:lpwstr>vesaj@microsoft.com</vt:lpwstr>
  </property>
  <property fmtid="{D5CDD505-2E9C-101B-9397-08002B2CF9AE}" pid="5" name="MSIP_Label_f42aa342-8706-4288-bd11-ebb85995028c_SetDate">
    <vt:lpwstr>2018-12-20T12:55:35.4497539Z</vt:lpwstr>
  </property>
  <property fmtid="{D5CDD505-2E9C-101B-9397-08002B2CF9AE}" pid="6" name="MSIP_Label_f42aa342-8706-4288-bd11-ebb85995028c_Name">
    <vt:lpwstr>General</vt:lpwstr>
  </property>
  <property fmtid="{D5CDD505-2E9C-101B-9397-08002B2CF9AE}" pid="7" name="MSIP_Label_f42aa342-8706-4288-bd11-ebb85995028c_Application">
    <vt:lpwstr>Microsoft Azure Information Protection</vt:lpwstr>
  </property>
  <property fmtid="{D5CDD505-2E9C-101B-9397-08002B2CF9AE}" pid="8" name="MSIP_Label_f42aa342-8706-4288-bd11-ebb85995028c_Extended_MSFT_Method">
    <vt:lpwstr>Automatic</vt:lpwstr>
  </property>
  <property fmtid="{D5CDD505-2E9C-101B-9397-08002B2CF9AE}" pid="9" name="Sensitivity">
    <vt:lpwstr>General</vt:lpwstr>
  </property>
</Properties>
</file>